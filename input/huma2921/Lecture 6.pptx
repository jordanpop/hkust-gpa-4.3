
<file path=[Content_Types].xml><?xml version="1.0" encoding="utf-8"?>
<Types xmlns="http://schemas.openxmlformats.org/package/2006/content-types">
  <Default Extension="emf" ContentType="image/x-emf"/>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78" r:id="rId1"/>
  </p:sldMasterIdLst>
  <p:notesMasterIdLst>
    <p:notesMasterId r:id="rId28"/>
  </p:notesMasterIdLst>
  <p:handoutMasterIdLst>
    <p:handoutMasterId r:id="rId29"/>
  </p:handoutMasterIdLst>
  <p:sldIdLst>
    <p:sldId id="256" r:id="rId2"/>
    <p:sldId id="279" r:id="rId3"/>
    <p:sldId id="280" r:id="rId4"/>
    <p:sldId id="257" r:id="rId5"/>
    <p:sldId id="263" r:id="rId6"/>
    <p:sldId id="281" r:id="rId7"/>
    <p:sldId id="283" r:id="rId8"/>
    <p:sldId id="284" r:id="rId9"/>
    <p:sldId id="282" r:id="rId10"/>
    <p:sldId id="269" r:id="rId11"/>
    <p:sldId id="267" r:id="rId12"/>
    <p:sldId id="276" r:id="rId13"/>
    <p:sldId id="285" r:id="rId14"/>
    <p:sldId id="278" r:id="rId15"/>
    <p:sldId id="271" r:id="rId16"/>
    <p:sldId id="270" r:id="rId17"/>
    <p:sldId id="287" r:id="rId18"/>
    <p:sldId id="289" r:id="rId19"/>
    <p:sldId id="290" r:id="rId20"/>
    <p:sldId id="291" r:id="rId21"/>
    <p:sldId id="292" r:id="rId22"/>
    <p:sldId id="293" r:id="rId23"/>
    <p:sldId id="294" r:id="rId24"/>
    <p:sldId id="295" r:id="rId25"/>
    <p:sldId id="296" r:id="rId26"/>
    <p:sldId id="297" r:id="rId27"/>
  </p:sldIdLst>
  <p:sldSz cx="12192000" cy="6858000"/>
  <p:notesSz cx="6858000" cy="9144000"/>
  <p:defaultTextStyle>
    <a:defPPr rtl="0">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84F31A-E916-402D-9232-0E83CE7A1135}" v="49" dt="2025-09-04T06:37:53.3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77395" autoAdjust="0"/>
  </p:normalViewPr>
  <p:slideViewPr>
    <p:cSldViewPr snapToGrid="0">
      <p:cViewPr varScale="1">
        <p:scale>
          <a:sx n="73" d="100"/>
          <a:sy n="73" d="100"/>
        </p:scale>
        <p:origin x="680" y="48"/>
      </p:cViewPr>
      <p:guideLst/>
    </p:cSldViewPr>
  </p:slideViewPr>
  <p:outlineViewPr>
    <p:cViewPr>
      <p:scale>
        <a:sx n="33" d="100"/>
        <a:sy n="33" d="100"/>
      </p:scale>
      <p:origin x="0" y="-474"/>
    </p:cViewPr>
  </p:outlineViewPr>
  <p:notesTextViewPr>
    <p:cViewPr>
      <p:scale>
        <a:sx n="1" d="1"/>
        <a:sy n="1" d="1"/>
      </p:scale>
      <p:origin x="0" y="0"/>
    </p:cViewPr>
  </p:notesTextViewPr>
  <p:notesViewPr>
    <p:cSldViewPr snapToGrid="0">
      <p:cViewPr varScale="1">
        <p:scale>
          <a:sx n="86" d="100"/>
          <a:sy n="86" d="100"/>
        </p:scale>
        <p:origin x="3114"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1174202-076D-4FCC-BB1F-880F8A848A6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5FAD0C0A-72EF-4EA2-8D6C-4938445A108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8C6063AB-68DD-4467-B9F3-CFD39EF31317}" type="datetime1">
              <a:rPr lang="en-GB" smtClean="0"/>
              <a:t>23/03/2026</a:t>
            </a:fld>
            <a:endParaRPr lang="en-GB"/>
          </a:p>
        </p:txBody>
      </p:sp>
      <p:sp>
        <p:nvSpPr>
          <p:cNvPr id="4" name="Footer Placeholder 3">
            <a:extLst>
              <a:ext uri="{FF2B5EF4-FFF2-40B4-BE49-F238E27FC236}">
                <a16:creationId xmlns:a16="http://schemas.microsoft.com/office/drawing/2014/main" id="{58AB2131-4249-4045-A9F7-9BE0F73F06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72180F18-DB0C-473D-93EA-5E50BE9DE5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5F20474-88D6-46C9-AFA3-1C3CCC241887}" type="slidenum">
              <a:rPr lang="en-GB" smtClean="0"/>
              <a:t>‹#›</a:t>
            </a:fld>
            <a:endParaRPr lang="en-GB"/>
          </a:p>
        </p:txBody>
      </p:sp>
    </p:spTree>
    <p:extLst>
      <p:ext uri="{BB962C8B-B14F-4D97-AF65-F5344CB8AC3E}">
        <p14:creationId xmlns:p14="http://schemas.microsoft.com/office/powerpoint/2010/main" val="4821917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917B0F02-3072-4C07-8D39-FB97D9D5FCA2}" type="datetime1">
              <a:rPr lang="en-GB" noProof="0" smtClean="0"/>
              <a:t>23/03/2026</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B68C18-1BF1-F447-95ED-60EAAE35426E}" type="slidenum">
              <a:rPr lang="en-GB" noProof="0" smtClean="0"/>
              <a:t>‹#›</a:t>
            </a:fld>
            <a:endParaRPr lang="en-GB" noProof="0"/>
          </a:p>
        </p:txBody>
      </p:sp>
    </p:spTree>
    <p:extLst>
      <p:ext uri="{BB962C8B-B14F-4D97-AF65-F5344CB8AC3E}">
        <p14:creationId xmlns:p14="http://schemas.microsoft.com/office/powerpoint/2010/main" val="139175924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a:t>
            </a:fld>
            <a:endParaRPr lang="en-GB"/>
          </a:p>
        </p:txBody>
      </p:sp>
    </p:spTree>
    <p:extLst>
      <p:ext uri="{BB962C8B-B14F-4D97-AF65-F5344CB8AC3E}">
        <p14:creationId xmlns:p14="http://schemas.microsoft.com/office/powerpoint/2010/main" val="4239589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37612-D996-620F-D6F2-221667568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B0863-CADD-2793-FE8F-7EFCE8973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4F3615-F3D4-E084-811B-5906A9DBC2A9}"/>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96050B1B-98CF-FBD0-CBD3-89ED031E4A42}"/>
              </a:ext>
            </a:extLst>
          </p:cNvPr>
          <p:cNvSpPr>
            <a:spLocks noGrp="1"/>
          </p:cNvSpPr>
          <p:nvPr>
            <p:ph type="sldNum" sz="quarter" idx="5"/>
          </p:nvPr>
        </p:nvSpPr>
        <p:spPr/>
        <p:txBody>
          <a:bodyPr rtlCol="0"/>
          <a:lstStyle/>
          <a:p>
            <a:pPr rtl="0"/>
            <a:fld id="{68B68C18-1BF1-F447-95ED-60EAAE35426E}" type="slidenum">
              <a:rPr lang="en-GB" smtClean="0"/>
              <a:t>2</a:t>
            </a:fld>
            <a:endParaRPr lang="en-GB"/>
          </a:p>
        </p:txBody>
      </p:sp>
    </p:spTree>
    <p:extLst>
      <p:ext uri="{BB962C8B-B14F-4D97-AF65-F5344CB8AC3E}">
        <p14:creationId xmlns:p14="http://schemas.microsoft.com/office/powerpoint/2010/main" val="103427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C4814-724B-ACCB-9AEF-3DCE9EFC7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81E334-FAD2-5B2D-5964-C53593EE4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C1417E-FDEA-EC2A-E135-4BF7E4C13454}"/>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D15ECA9C-4B42-097B-8782-3AF0768558B2}"/>
              </a:ext>
            </a:extLst>
          </p:cNvPr>
          <p:cNvSpPr>
            <a:spLocks noGrp="1"/>
          </p:cNvSpPr>
          <p:nvPr>
            <p:ph type="sldNum" sz="quarter" idx="5"/>
          </p:nvPr>
        </p:nvSpPr>
        <p:spPr/>
        <p:txBody>
          <a:bodyPr rtlCol="0"/>
          <a:lstStyle/>
          <a:p>
            <a:pPr rtl="0"/>
            <a:fld id="{68B68C18-1BF1-F447-95ED-60EAAE35426E}" type="slidenum">
              <a:rPr lang="en-GB" smtClean="0"/>
              <a:t>3</a:t>
            </a:fld>
            <a:endParaRPr lang="en-GB"/>
          </a:p>
        </p:txBody>
      </p:sp>
    </p:spTree>
    <p:extLst>
      <p:ext uri="{BB962C8B-B14F-4D97-AF65-F5344CB8AC3E}">
        <p14:creationId xmlns:p14="http://schemas.microsoft.com/office/powerpoint/2010/main" val="670468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4</a:t>
            </a:fld>
            <a:endParaRPr lang="en-GB"/>
          </a:p>
        </p:txBody>
      </p:sp>
    </p:spTree>
    <p:extLst>
      <p:ext uri="{BB962C8B-B14F-4D97-AF65-F5344CB8AC3E}">
        <p14:creationId xmlns:p14="http://schemas.microsoft.com/office/powerpoint/2010/main" val="8169225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5</a:t>
            </a:fld>
            <a:endParaRPr lang="en-GB"/>
          </a:p>
        </p:txBody>
      </p:sp>
    </p:spTree>
    <p:extLst>
      <p:ext uri="{BB962C8B-B14F-4D97-AF65-F5344CB8AC3E}">
        <p14:creationId xmlns:p14="http://schemas.microsoft.com/office/powerpoint/2010/main" val="1811415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5385F-70FF-3FDC-8480-49891B8F11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22B1F4-77AB-6FA1-BE7B-8ED0E4077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6DABE8-2950-A539-718A-59E0D592D1F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D770443B-9FD5-A744-8D8F-AFA6BCC6214E}"/>
              </a:ext>
            </a:extLst>
          </p:cNvPr>
          <p:cNvSpPr>
            <a:spLocks noGrp="1"/>
          </p:cNvSpPr>
          <p:nvPr>
            <p:ph type="sldNum" sz="quarter" idx="5"/>
          </p:nvPr>
        </p:nvSpPr>
        <p:spPr/>
        <p:txBody>
          <a:bodyPr rtlCol="0"/>
          <a:lstStyle/>
          <a:p>
            <a:pPr rtl="0"/>
            <a:fld id="{68B68C18-1BF1-F447-95ED-60EAAE35426E}" type="slidenum">
              <a:rPr lang="en-GB" smtClean="0"/>
              <a:t>6</a:t>
            </a:fld>
            <a:endParaRPr lang="en-GB"/>
          </a:p>
        </p:txBody>
      </p:sp>
    </p:spTree>
    <p:extLst>
      <p:ext uri="{BB962C8B-B14F-4D97-AF65-F5344CB8AC3E}">
        <p14:creationId xmlns:p14="http://schemas.microsoft.com/office/powerpoint/2010/main" val="30126680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46CA1-9756-CECE-28DF-4E63087FE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6BEB1-8563-EA73-9F78-6C28907250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194C55-A149-C81C-BFA7-C6F11C5D2A27}"/>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6108221-C1A6-1FBE-379C-DBC889170E34}"/>
              </a:ext>
            </a:extLst>
          </p:cNvPr>
          <p:cNvSpPr>
            <a:spLocks noGrp="1"/>
          </p:cNvSpPr>
          <p:nvPr>
            <p:ph type="sldNum" sz="quarter" idx="5"/>
          </p:nvPr>
        </p:nvSpPr>
        <p:spPr/>
        <p:txBody>
          <a:bodyPr rtlCol="0"/>
          <a:lstStyle/>
          <a:p>
            <a:pPr rtl="0"/>
            <a:fld id="{68B68C18-1BF1-F447-95ED-60EAAE35426E}" type="slidenum">
              <a:rPr lang="en-GB" smtClean="0"/>
              <a:t>7</a:t>
            </a:fld>
            <a:endParaRPr lang="en-GB"/>
          </a:p>
        </p:txBody>
      </p:sp>
    </p:spTree>
    <p:extLst>
      <p:ext uri="{BB962C8B-B14F-4D97-AF65-F5344CB8AC3E}">
        <p14:creationId xmlns:p14="http://schemas.microsoft.com/office/powerpoint/2010/main" val="1337760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8EFB8-4858-5B8A-44E1-036090FF5F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FFD80D-6709-309F-89C4-21AB33C536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FEF356-9ECC-92E4-4CD1-94338AE784D4}"/>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4CF82A8A-A479-741A-9F6B-F5B66A4FC661}"/>
              </a:ext>
            </a:extLst>
          </p:cNvPr>
          <p:cNvSpPr>
            <a:spLocks noGrp="1"/>
          </p:cNvSpPr>
          <p:nvPr>
            <p:ph type="sldNum" sz="quarter" idx="5"/>
          </p:nvPr>
        </p:nvSpPr>
        <p:spPr/>
        <p:txBody>
          <a:bodyPr rtlCol="0"/>
          <a:lstStyle/>
          <a:p>
            <a:pPr rtl="0"/>
            <a:fld id="{68B68C18-1BF1-F447-95ED-60EAAE35426E}" type="slidenum">
              <a:rPr lang="en-GB" smtClean="0"/>
              <a:t>8</a:t>
            </a:fld>
            <a:endParaRPr lang="en-GB"/>
          </a:p>
        </p:txBody>
      </p:sp>
    </p:spTree>
    <p:extLst>
      <p:ext uri="{BB962C8B-B14F-4D97-AF65-F5344CB8AC3E}">
        <p14:creationId xmlns:p14="http://schemas.microsoft.com/office/powerpoint/2010/main" val="9210039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B3A63-ED74-CC7F-B332-4F37188A84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55BC19-66F5-B809-4BB5-EAE898237C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49E1D3-5F3B-2B2E-8F9E-04A3A68DDA4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4B0653B2-1BA0-62D7-F969-C90AD3D00275}"/>
              </a:ext>
            </a:extLst>
          </p:cNvPr>
          <p:cNvSpPr>
            <a:spLocks noGrp="1"/>
          </p:cNvSpPr>
          <p:nvPr>
            <p:ph type="sldNum" sz="quarter" idx="5"/>
          </p:nvPr>
        </p:nvSpPr>
        <p:spPr/>
        <p:txBody>
          <a:bodyPr rtlCol="0"/>
          <a:lstStyle/>
          <a:p>
            <a:pPr rtl="0"/>
            <a:fld id="{68B68C18-1BF1-F447-95ED-60EAAE35426E}" type="slidenum">
              <a:rPr lang="en-GB" smtClean="0"/>
              <a:t>9</a:t>
            </a:fld>
            <a:endParaRPr lang="en-GB"/>
          </a:p>
        </p:txBody>
      </p:sp>
    </p:spTree>
    <p:extLst>
      <p:ext uri="{BB962C8B-B14F-4D97-AF65-F5344CB8AC3E}">
        <p14:creationId xmlns:p14="http://schemas.microsoft.com/office/powerpoint/2010/main" val="4261007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10</a:t>
            </a:fld>
            <a:endParaRPr lang="en-GB"/>
          </a:p>
        </p:txBody>
      </p:sp>
    </p:spTree>
    <p:extLst>
      <p:ext uri="{BB962C8B-B14F-4D97-AF65-F5344CB8AC3E}">
        <p14:creationId xmlns:p14="http://schemas.microsoft.com/office/powerpoint/2010/main" val="12634124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11</a:t>
            </a:fld>
            <a:endParaRPr lang="en-GB"/>
          </a:p>
        </p:txBody>
      </p:sp>
    </p:spTree>
    <p:extLst>
      <p:ext uri="{BB962C8B-B14F-4D97-AF65-F5344CB8AC3E}">
        <p14:creationId xmlns:p14="http://schemas.microsoft.com/office/powerpoint/2010/main" val="24566300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0BE2D-C774-8215-6A35-B346467F0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A1F4BC-1B1A-C730-DB0C-D7E62A04F7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E44EDF-6DEC-EA00-F476-E7323E573EFF}"/>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9E4E3EA4-87AD-7070-22C2-0E42169041A8}"/>
              </a:ext>
            </a:extLst>
          </p:cNvPr>
          <p:cNvSpPr>
            <a:spLocks noGrp="1"/>
          </p:cNvSpPr>
          <p:nvPr>
            <p:ph type="sldNum" sz="quarter" idx="5"/>
          </p:nvPr>
        </p:nvSpPr>
        <p:spPr/>
        <p:txBody>
          <a:bodyPr rtlCol="0"/>
          <a:lstStyle/>
          <a:p>
            <a:pPr rtl="0"/>
            <a:fld id="{68B68C18-1BF1-F447-95ED-60EAAE35426E}" type="slidenum">
              <a:rPr lang="en-GB" smtClean="0"/>
              <a:t>12</a:t>
            </a:fld>
            <a:endParaRPr lang="en-GB"/>
          </a:p>
        </p:txBody>
      </p:sp>
    </p:spTree>
    <p:extLst>
      <p:ext uri="{BB962C8B-B14F-4D97-AF65-F5344CB8AC3E}">
        <p14:creationId xmlns:p14="http://schemas.microsoft.com/office/powerpoint/2010/main" val="38840188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D0FB2-32E7-C5FB-949A-83E73F8824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5B8FA-315B-66B9-F9A7-E0E7911E65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90DC3-67E5-8129-48D0-A8CDF7D0DF05}"/>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83E071D-CE6F-5E7E-59BD-912865749777}"/>
              </a:ext>
            </a:extLst>
          </p:cNvPr>
          <p:cNvSpPr>
            <a:spLocks noGrp="1"/>
          </p:cNvSpPr>
          <p:nvPr>
            <p:ph type="sldNum" sz="quarter" idx="5"/>
          </p:nvPr>
        </p:nvSpPr>
        <p:spPr/>
        <p:txBody>
          <a:bodyPr rtlCol="0"/>
          <a:lstStyle/>
          <a:p>
            <a:pPr rtl="0"/>
            <a:fld id="{68B68C18-1BF1-F447-95ED-60EAAE35426E}" type="slidenum">
              <a:rPr lang="en-GB" smtClean="0"/>
              <a:t>13</a:t>
            </a:fld>
            <a:endParaRPr lang="en-GB"/>
          </a:p>
        </p:txBody>
      </p:sp>
    </p:spTree>
    <p:extLst>
      <p:ext uri="{BB962C8B-B14F-4D97-AF65-F5344CB8AC3E}">
        <p14:creationId xmlns:p14="http://schemas.microsoft.com/office/powerpoint/2010/main" val="28166785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0EB30-2EFC-D903-5CC4-5B12BB560F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28E68-5B4B-1AB7-C987-3929D04E51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49292-1CB6-BD46-6484-38BD6B2BDC11}"/>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14A86759-0037-53B1-2E4B-56CCF080BD24}"/>
              </a:ext>
            </a:extLst>
          </p:cNvPr>
          <p:cNvSpPr>
            <a:spLocks noGrp="1"/>
          </p:cNvSpPr>
          <p:nvPr>
            <p:ph type="sldNum" sz="quarter" idx="5"/>
          </p:nvPr>
        </p:nvSpPr>
        <p:spPr/>
        <p:txBody>
          <a:bodyPr rtlCol="0"/>
          <a:lstStyle/>
          <a:p>
            <a:pPr rtl="0"/>
            <a:fld id="{68B68C18-1BF1-F447-95ED-60EAAE35426E}" type="slidenum">
              <a:rPr lang="en-GB" smtClean="0"/>
              <a:t>14</a:t>
            </a:fld>
            <a:endParaRPr lang="en-GB"/>
          </a:p>
        </p:txBody>
      </p:sp>
    </p:spTree>
    <p:extLst>
      <p:ext uri="{BB962C8B-B14F-4D97-AF65-F5344CB8AC3E}">
        <p14:creationId xmlns:p14="http://schemas.microsoft.com/office/powerpoint/2010/main" val="563245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15</a:t>
            </a:fld>
            <a:endParaRPr lang="en-GB"/>
          </a:p>
        </p:txBody>
      </p:sp>
    </p:spTree>
    <p:extLst>
      <p:ext uri="{BB962C8B-B14F-4D97-AF65-F5344CB8AC3E}">
        <p14:creationId xmlns:p14="http://schemas.microsoft.com/office/powerpoint/2010/main" val="24226055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16</a:t>
            </a:fld>
            <a:endParaRPr lang="en-GB"/>
          </a:p>
        </p:txBody>
      </p:sp>
    </p:spTree>
    <p:extLst>
      <p:ext uri="{BB962C8B-B14F-4D97-AF65-F5344CB8AC3E}">
        <p14:creationId xmlns:p14="http://schemas.microsoft.com/office/powerpoint/2010/main" val="28343621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82476-5AB4-0D42-0723-7CD61BFCC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6F12E3-1B42-F8B1-B0B9-08E52E7CCE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24ABF9-863B-3E10-A796-8E6BA23FC360}"/>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05800E1-9757-789B-1975-831670101F06}"/>
              </a:ext>
            </a:extLst>
          </p:cNvPr>
          <p:cNvSpPr>
            <a:spLocks noGrp="1"/>
          </p:cNvSpPr>
          <p:nvPr>
            <p:ph type="sldNum" sz="quarter" idx="5"/>
          </p:nvPr>
        </p:nvSpPr>
        <p:spPr/>
        <p:txBody>
          <a:bodyPr rtlCol="0"/>
          <a:lstStyle/>
          <a:p>
            <a:pPr rtl="0"/>
            <a:fld id="{68B68C18-1BF1-F447-95ED-60EAAE35426E}" type="slidenum">
              <a:rPr lang="en-GB" smtClean="0"/>
              <a:t>17</a:t>
            </a:fld>
            <a:endParaRPr lang="en-GB"/>
          </a:p>
        </p:txBody>
      </p:sp>
    </p:spTree>
    <p:extLst>
      <p:ext uri="{BB962C8B-B14F-4D97-AF65-F5344CB8AC3E}">
        <p14:creationId xmlns:p14="http://schemas.microsoft.com/office/powerpoint/2010/main" val="32342793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9EF8F-3B32-9324-51FC-3A917E3D8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FFD296-0AB2-829E-2DB2-2F7EB8E84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470744-1B04-56E1-A722-E64553FBD58E}"/>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EE8F8644-A99A-3E73-2B53-E0C958E3183B}"/>
              </a:ext>
            </a:extLst>
          </p:cNvPr>
          <p:cNvSpPr>
            <a:spLocks noGrp="1"/>
          </p:cNvSpPr>
          <p:nvPr>
            <p:ph type="sldNum" sz="quarter" idx="5"/>
          </p:nvPr>
        </p:nvSpPr>
        <p:spPr/>
        <p:txBody>
          <a:bodyPr rtlCol="0"/>
          <a:lstStyle/>
          <a:p>
            <a:pPr rtl="0"/>
            <a:fld id="{68B68C18-1BF1-F447-95ED-60EAAE35426E}" type="slidenum">
              <a:rPr lang="en-GB" smtClean="0"/>
              <a:t>18</a:t>
            </a:fld>
            <a:endParaRPr lang="en-GB"/>
          </a:p>
        </p:txBody>
      </p:sp>
    </p:spTree>
    <p:extLst>
      <p:ext uri="{BB962C8B-B14F-4D97-AF65-F5344CB8AC3E}">
        <p14:creationId xmlns:p14="http://schemas.microsoft.com/office/powerpoint/2010/main" val="9820881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6C549-A7F9-04FE-4CCB-DEA305013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42B89-A7E2-8F76-0CA8-70CEA771E1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72183E-DB4A-6971-9A49-F375E0D7B25C}"/>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E59876BA-F1E8-1C30-D4F5-90BFE5085401}"/>
              </a:ext>
            </a:extLst>
          </p:cNvPr>
          <p:cNvSpPr>
            <a:spLocks noGrp="1"/>
          </p:cNvSpPr>
          <p:nvPr>
            <p:ph type="sldNum" sz="quarter" idx="5"/>
          </p:nvPr>
        </p:nvSpPr>
        <p:spPr/>
        <p:txBody>
          <a:bodyPr rtlCol="0"/>
          <a:lstStyle/>
          <a:p>
            <a:pPr rtl="0"/>
            <a:fld id="{68B68C18-1BF1-F447-95ED-60EAAE35426E}" type="slidenum">
              <a:rPr lang="en-GB" smtClean="0"/>
              <a:t>19</a:t>
            </a:fld>
            <a:endParaRPr lang="en-GB"/>
          </a:p>
        </p:txBody>
      </p:sp>
    </p:spTree>
    <p:extLst>
      <p:ext uri="{BB962C8B-B14F-4D97-AF65-F5344CB8AC3E}">
        <p14:creationId xmlns:p14="http://schemas.microsoft.com/office/powerpoint/2010/main" val="2275579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5E258-9AB1-EE88-FA8F-BC5F948C8E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F4037E-A312-A4E7-92CD-4967412DF7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644D14-2111-7E0D-7C6A-85F9B085200A}"/>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3FD62EE5-7DE1-58FA-1CD8-1E9BD3783357}"/>
              </a:ext>
            </a:extLst>
          </p:cNvPr>
          <p:cNvSpPr>
            <a:spLocks noGrp="1"/>
          </p:cNvSpPr>
          <p:nvPr>
            <p:ph type="sldNum" sz="quarter" idx="5"/>
          </p:nvPr>
        </p:nvSpPr>
        <p:spPr/>
        <p:txBody>
          <a:bodyPr rtlCol="0"/>
          <a:lstStyle/>
          <a:p>
            <a:pPr rtl="0"/>
            <a:fld id="{68B68C18-1BF1-F447-95ED-60EAAE35426E}" type="slidenum">
              <a:rPr lang="en-GB" smtClean="0"/>
              <a:t>20</a:t>
            </a:fld>
            <a:endParaRPr lang="en-GB"/>
          </a:p>
        </p:txBody>
      </p:sp>
    </p:spTree>
    <p:extLst>
      <p:ext uri="{BB962C8B-B14F-4D97-AF65-F5344CB8AC3E}">
        <p14:creationId xmlns:p14="http://schemas.microsoft.com/office/powerpoint/2010/main" val="18467014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D7E1B-E6B6-9CD8-0E1B-4B208EB9F5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130771-5F4B-CA7D-8C80-2E7BAAE745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BF41D4-9200-7BA7-5074-85816B1DE40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4781500F-F8D7-2B54-6CC4-C70ED630EAE7}"/>
              </a:ext>
            </a:extLst>
          </p:cNvPr>
          <p:cNvSpPr>
            <a:spLocks noGrp="1"/>
          </p:cNvSpPr>
          <p:nvPr>
            <p:ph type="sldNum" sz="quarter" idx="5"/>
          </p:nvPr>
        </p:nvSpPr>
        <p:spPr/>
        <p:txBody>
          <a:bodyPr rtlCol="0"/>
          <a:lstStyle/>
          <a:p>
            <a:pPr rtl="0"/>
            <a:fld id="{68B68C18-1BF1-F447-95ED-60EAAE35426E}" type="slidenum">
              <a:rPr lang="en-GB" smtClean="0"/>
              <a:t>21</a:t>
            </a:fld>
            <a:endParaRPr lang="en-GB"/>
          </a:p>
        </p:txBody>
      </p:sp>
    </p:spTree>
    <p:extLst>
      <p:ext uri="{BB962C8B-B14F-4D97-AF65-F5344CB8AC3E}">
        <p14:creationId xmlns:p14="http://schemas.microsoft.com/office/powerpoint/2010/main" val="24557177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C96F3-6759-A552-9E68-1CA82AF95D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F4BD40-994F-845E-C26F-AFD30D9B68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D8DCDF-543A-0622-8694-03CFD2EDDCE3}"/>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873E38C7-AB57-B824-8C34-7D28AE824EE2}"/>
              </a:ext>
            </a:extLst>
          </p:cNvPr>
          <p:cNvSpPr>
            <a:spLocks noGrp="1"/>
          </p:cNvSpPr>
          <p:nvPr>
            <p:ph type="sldNum" sz="quarter" idx="5"/>
          </p:nvPr>
        </p:nvSpPr>
        <p:spPr/>
        <p:txBody>
          <a:bodyPr rtlCol="0"/>
          <a:lstStyle/>
          <a:p>
            <a:pPr rtl="0"/>
            <a:fld id="{68B68C18-1BF1-F447-95ED-60EAAE35426E}" type="slidenum">
              <a:rPr lang="en-GB" smtClean="0"/>
              <a:t>22</a:t>
            </a:fld>
            <a:endParaRPr lang="en-GB"/>
          </a:p>
        </p:txBody>
      </p:sp>
    </p:spTree>
    <p:extLst>
      <p:ext uri="{BB962C8B-B14F-4D97-AF65-F5344CB8AC3E}">
        <p14:creationId xmlns:p14="http://schemas.microsoft.com/office/powerpoint/2010/main" val="30123850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23063-C912-591E-7624-07872FAB4E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C96542-D500-3BC6-FE75-0F5E02008F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AC218D-E9FB-30DB-8CF3-1DD100BB9294}"/>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7398FE84-0A0A-592C-2C4C-60C45E4F6E45}"/>
              </a:ext>
            </a:extLst>
          </p:cNvPr>
          <p:cNvSpPr>
            <a:spLocks noGrp="1"/>
          </p:cNvSpPr>
          <p:nvPr>
            <p:ph type="sldNum" sz="quarter" idx="5"/>
          </p:nvPr>
        </p:nvSpPr>
        <p:spPr/>
        <p:txBody>
          <a:bodyPr rtlCol="0"/>
          <a:lstStyle/>
          <a:p>
            <a:pPr rtl="0"/>
            <a:fld id="{68B68C18-1BF1-F447-95ED-60EAAE35426E}" type="slidenum">
              <a:rPr lang="en-GB" smtClean="0"/>
              <a:t>23</a:t>
            </a:fld>
            <a:endParaRPr lang="en-GB"/>
          </a:p>
        </p:txBody>
      </p:sp>
    </p:spTree>
    <p:extLst>
      <p:ext uri="{BB962C8B-B14F-4D97-AF65-F5344CB8AC3E}">
        <p14:creationId xmlns:p14="http://schemas.microsoft.com/office/powerpoint/2010/main" val="12861418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FB605-E4FF-07F0-01B4-3C7B161B2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CCBC20-DA6B-4FA4-C668-002B6B2CD1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8EAE51-9A7D-465B-4A58-B1CF61CDC39F}"/>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9153DDCF-79BE-499C-50F6-249D61406057}"/>
              </a:ext>
            </a:extLst>
          </p:cNvPr>
          <p:cNvSpPr>
            <a:spLocks noGrp="1"/>
          </p:cNvSpPr>
          <p:nvPr>
            <p:ph type="sldNum" sz="quarter" idx="5"/>
          </p:nvPr>
        </p:nvSpPr>
        <p:spPr/>
        <p:txBody>
          <a:bodyPr rtlCol="0"/>
          <a:lstStyle/>
          <a:p>
            <a:pPr rtl="0"/>
            <a:fld id="{68B68C18-1BF1-F447-95ED-60EAAE35426E}" type="slidenum">
              <a:rPr lang="en-GB" smtClean="0"/>
              <a:t>24</a:t>
            </a:fld>
            <a:endParaRPr lang="en-GB"/>
          </a:p>
        </p:txBody>
      </p:sp>
    </p:spTree>
    <p:extLst>
      <p:ext uri="{BB962C8B-B14F-4D97-AF65-F5344CB8AC3E}">
        <p14:creationId xmlns:p14="http://schemas.microsoft.com/office/powerpoint/2010/main" val="29284469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C0F1A-B865-755A-3E4E-65EF41F66D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331F2E-BD14-B7D6-8061-FF5DA9FD54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D07E27-E81A-63FB-F719-22C34C89E129}"/>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E4789976-2D7E-C0D7-847B-D0B4AC74F737}"/>
              </a:ext>
            </a:extLst>
          </p:cNvPr>
          <p:cNvSpPr>
            <a:spLocks noGrp="1"/>
          </p:cNvSpPr>
          <p:nvPr>
            <p:ph type="sldNum" sz="quarter" idx="5"/>
          </p:nvPr>
        </p:nvSpPr>
        <p:spPr/>
        <p:txBody>
          <a:bodyPr rtlCol="0"/>
          <a:lstStyle/>
          <a:p>
            <a:pPr rtl="0"/>
            <a:fld id="{68B68C18-1BF1-F447-95ED-60EAAE35426E}" type="slidenum">
              <a:rPr lang="en-GB" smtClean="0"/>
              <a:t>25</a:t>
            </a:fld>
            <a:endParaRPr lang="en-GB"/>
          </a:p>
        </p:txBody>
      </p:sp>
    </p:spTree>
    <p:extLst>
      <p:ext uri="{BB962C8B-B14F-4D97-AF65-F5344CB8AC3E}">
        <p14:creationId xmlns:p14="http://schemas.microsoft.com/office/powerpoint/2010/main" val="8867149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99C10-DFAD-0A5F-A6E3-DAED253F0B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F58D60-BE97-2766-F230-3D83352FCB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5B7B8D-0BCC-3B3C-FB29-93B023E1F62F}"/>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BC38C625-46C3-2DBA-D450-5D695345A783}"/>
              </a:ext>
            </a:extLst>
          </p:cNvPr>
          <p:cNvSpPr>
            <a:spLocks noGrp="1"/>
          </p:cNvSpPr>
          <p:nvPr>
            <p:ph type="sldNum" sz="quarter" idx="5"/>
          </p:nvPr>
        </p:nvSpPr>
        <p:spPr/>
        <p:txBody>
          <a:bodyPr rtlCol="0"/>
          <a:lstStyle/>
          <a:p>
            <a:pPr rtl="0"/>
            <a:fld id="{68B68C18-1BF1-F447-95ED-60EAAE35426E}" type="slidenum">
              <a:rPr lang="en-GB" smtClean="0"/>
              <a:t>26</a:t>
            </a:fld>
            <a:endParaRPr lang="en-GB"/>
          </a:p>
        </p:txBody>
      </p:sp>
    </p:spTree>
    <p:extLst>
      <p:ext uri="{BB962C8B-B14F-4D97-AF65-F5344CB8AC3E}">
        <p14:creationId xmlns:p14="http://schemas.microsoft.com/office/powerpoint/2010/main" val="1480419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Title 1"/>
          <p:cNvSpPr>
            <a:spLocks noGrp="1"/>
          </p:cNvSpPr>
          <p:nvPr>
            <p:ph type="ctrTitle"/>
          </p:nvPr>
        </p:nvSpPr>
        <p:spPr>
          <a:xfrm>
            <a:off x="5747656" y="1264197"/>
            <a:ext cx="5670487" cy="4268965"/>
          </a:xfrm>
        </p:spPr>
        <p:txBody>
          <a:bodyPr rtlCol="0" anchor="ctr">
            <a:normAutofit/>
          </a:bodyPr>
          <a:lstStyle>
            <a:lvl1pPr algn="l">
              <a:lnSpc>
                <a:spcPct val="85000"/>
              </a:lnSpc>
              <a:defRPr sz="6000" cap="none" baseline="0">
                <a:solidFill>
                  <a:schemeClr val="tx2"/>
                </a:solidFill>
              </a:defRPr>
            </a:lvl1pPr>
          </a:lstStyle>
          <a:p>
            <a:pPr rtl="0"/>
            <a:r>
              <a:rPr lang="en-US" noProof="0"/>
              <a:t>Click to edit Master title style</a:t>
            </a:r>
            <a:endParaRPr lang="en-GB" noProof="0"/>
          </a:p>
        </p:txBody>
      </p:sp>
      <p:sp>
        <p:nvSpPr>
          <p:cNvPr id="3" name="Subtitle 2"/>
          <p:cNvSpPr>
            <a:spLocks noGrp="1"/>
          </p:cNvSpPr>
          <p:nvPr>
            <p:ph type="subTitle" idx="1"/>
          </p:nvPr>
        </p:nvSpPr>
        <p:spPr>
          <a:xfrm>
            <a:off x="667666" y="4151085"/>
            <a:ext cx="4633806" cy="1591181"/>
          </a:xfrm>
        </p:spPr>
        <p:txBody>
          <a:bodyPr rtlCol="0"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137A75DA-C6FF-4420-94B9-E3338D1F9A04}"/>
              </a:ext>
            </a:extLst>
          </p:cNvPr>
          <p:cNvSpPr>
            <a:spLocks noGrp="1"/>
          </p:cNvSpPr>
          <p:nvPr>
            <p:ph type="pic" sz="quarter" idx="10" hasCustomPrompt="1"/>
          </p:nvPr>
        </p:nvSpPr>
        <p:spPr>
          <a:xfrm>
            <a:off x="2743615" y="1367500"/>
            <a:ext cx="2397795" cy="2397795"/>
          </a:xfrm>
          <a:prstGeom prst="ellipse">
            <a:avLst/>
          </a:prstGeom>
          <a:solidFill>
            <a:schemeClr val="bg1"/>
          </a:solidFill>
        </p:spPr>
        <p:txBody>
          <a:bodyPr rtlCol="0" anchor="ctr"/>
          <a:lstStyle>
            <a:lvl1pPr marL="0" indent="0" algn="ctr">
              <a:buNone/>
              <a:defRPr i="1"/>
            </a:lvl1pPr>
          </a:lstStyle>
          <a:p>
            <a:pPr rtl="0"/>
            <a:r>
              <a:rPr lang="en-GB" noProof="0"/>
              <a:t>Insert Portrait Photo</a:t>
            </a:r>
          </a:p>
        </p:txBody>
      </p:sp>
    </p:spTree>
    <p:extLst>
      <p:ext uri="{BB962C8B-B14F-4D97-AF65-F5344CB8AC3E}">
        <p14:creationId xmlns:p14="http://schemas.microsoft.com/office/powerpoint/2010/main" val="1827426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E2565D1-06D8-4141-9B5F-95C29313C16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Text Placeholder 19">
            <a:extLst>
              <a:ext uri="{FF2B5EF4-FFF2-40B4-BE49-F238E27FC236}">
                <a16:creationId xmlns:a16="http://schemas.microsoft.com/office/drawing/2014/main" id="{04FBD4F5-432F-4C2D-A734-6CC48615FF21}"/>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sp>
        <p:nvSpPr>
          <p:cNvPr id="3" name="Content Placeholder 2"/>
          <p:cNvSpPr>
            <a:spLocks noGrp="1"/>
          </p:cNvSpPr>
          <p:nvPr>
            <p:ph idx="1" hasCustomPrompt="1"/>
          </p:nvPr>
        </p:nvSpPr>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p:txBody>
          <a:bodyPr rtlCol="0"/>
          <a:lstStyle/>
          <a:p>
            <a:pPr rtl="0"/>
            <a:fld id="{E076178D-3F32-40F0-BDF4-CDEBDAACF6DF}" type="datetime1">
              <a:rPr lang="en-GB" noProof="0" smtClean="0"/>
              <a:t>23/03/2026</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11" name="Title 1">
            <a:extLst>
              <a:ext uri="{FF2B5EF4-FFF2-40B4-BE49-F238E27FC236}">
                <a16:creationId xmlns:a16="http://schemas.microsoft.com/office/drawing/2014/main" id="{3837580B-9009-4524-B820-7ACB27BCBEB4}"/>
              </a:ext>
            </a:extLst>
          </p:cNvPr>
          <p:cNvSpPr>
            <a:spLocks noGrp="1"/>
          </p:cNvSpPr>
          <p:nvPr>
            <p:ph type="title"/>
          </p:nvPr>
        </p:nvSpPr>
        <p:spPr>
          <a:xfrm>
            <a:off x="762000" y="559678"/>
            <a:ext cx="3833906" cy="2221622"/>
          </a:xfrm>
        </p:spPr>
        <p:txBody>
          <a:bodyPr rtlCol="0" anchor="b"/>
          <a:lstStyle/>
          <a:p>
            <a:pPr rtl="0"/>
            <a:r>
              <a:rPr lang="en-US" noProof="0"/>
              <a:t>Click to edit Master title style</a:t>
            </a:r>
            <a:endParaRPr lang="en-GB" noProof="0"/>
          </a:p>
        </p:txBody>
      </p:sp>
      <p:cxnSp>
        <p:nvCxnSpPr>
          <p:cNvPr id="12" name="Straight Connector 11" title="Horizontal Rule Line">
            <a:extLst>
              <a:ext uri="{FF2B5EF4-FFF2-40B4-BE49-F238E27FC236}">
                <a16:creationId xmlns:a16="http://schemas.microsoft.com/office/drawing/2014/main" id="{54F1A406-73A8-450C-B21C-AA9616F476C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7954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 Image / Icon Bullets Ligh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p>
            <a:pPr rtl="0"/>
            <a:fld id="{77402A71-B2DA-4640-AFBC-A08F749C812D}" type="datetime1">
              <a:rPr lang="en-GB" noProof="0" smtClean="0"/>
              <a:t>23/03/2026</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0CF91DE7-F23F-444D-B56E-B059EC98D983}"/>
              </a:ext>
            </a:extLst>
          </p:cNvPr>
          <p:cNvSpPr>
            <a:spLocks noGrp="1"/>
          </p:cNvSpPr>
          <p:nvPr>
            <p:ph idx="1" hasCustomPrompt="1"/>
          </p:nvPr>
        </p:nvSpPr>
        <p:spPr>
          <a:xfrm>
            <a:off x="5162550"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9" name="Text Placeholder 8">
            <a:extLst>
              <a:ext uri="{FF2B5EF4-FFF2-40B4-BE49-F238E27FC236}">
                <a16:creationId xmlns:a16="http://schemas.microsoft.com/office/drawing/2014/main" id="{DD8B7AFB-040F-4222-BF21-649EEB9B7663}"/>
              </a:ext>
            </a:extLst>
          </p:cNvPr>
          <p:cNvSpPr>
            <a:spLocks noGrp="1"/>
          </p:cNvSpPr>
          <p:nvPr>
            <p:ph type="body" sz="quarter" idx="13" hasCustomPrompt="1"/>
          </p:nvPr>
        </p:nvSpPr>
        <p:spPr>
          <a:xfrm>
            <a:off x="7295581"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2" name="Text Placeholder 10">
            <a:extLst>
              <a:ext uri="{FF2B5EF4-FFF2-40B4-BE49-F238E27FC236}">
                <a16:creationId xmlns:a16="http://schemas.microsoft.com/office/drawing/2014/main" id="{36C44B50-DCD8-4661-AE20-1744F5052F2B}"/>
              </a:ext>
            </a:extLst>
          </p:cNvPr>
          <p:cNvSpPr>
            <a:spLocks noGrp="1"/>
          </p:cNvSpPr>
          <p:nvPr>
            <p:ph type="body" sz="quarter" idx="14" hasCustomPrompt="1"/>
          </p:nvPr>
        </p:nvSpPr>
        <p:spPr>
          <a:xfrm>
            <a:off x="9428613"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3" name="Text Placeholder 6">
            <a:extLst>
              <a:ext uri="{FF2B5EF4-FFF2-40B4-BE49-F238E27FC236}">
                <a16:creationId xmlns:a16="http://schemas.microsoft.com/office/drawing/2014/main" id="{C0107EA4-5D36-4C90-97D0-F9F14116BDE7}"/>
              </a:ext>
            </a:extLst>
          </p:cNvPr>
          <p:cNvSpPr>
            <a:spLocks noGrp="1"/>
          </p:cNvSpPr>
          <p:nvPr>
            <p:ph type="body" sz="quarter" idx="19" hasCustomPrompt="1"/>
          </p:nvPr>
        </p:nvSpPr>
        <p:spPr>
          <a:xfrm>
            <a:off x="5162550" y="3429000"/>
            <a:ext cx="1944000" cy="2700000"/>
          </a:xfrm>
          <a:solidFill>
            <a:schemeClr val="bg1"/>
          </a:solidFill>
        </p:spPr>
        <p:txBody>
          <a:bodyPr lIns="0" tIns="1332000" rIns="0" bIns="0" rtlCol="0"/>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4" name="Text Placeholder 15">
            <a:extLst>
              <a:ext uri="{FF2B5EF4-FFF2-40B4-BE49-F238E27FC236}">
                <a16:creationId xmlns:a16="http://schemas.microsoft.com/office/drawing/2014/main" id="{CB22D40E-097C-4007-9190-A37498065321}"/>
              </a:ext>
            </a:extLst>
          </p:cNvPr>
          <p:cNvSpPr>
            <a:spLocks noGrp="1"/>
          </p:cNvSpPr>
          <p:nvPr>
            <p:ph type="body" sz="quarter" idx="20" hasCustomPrompt="1"/>
          </p:nvPr>
        </p:nvSpPr>
        <p:spPr>
          <a:xfrm>
            <a:off x="7295356"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5" name="Text Placeholder 18">
            <a:extLst>
              <a:ext uri="{FF2B5EF4-FFF2-40B4-BE49-F238E27FC236}">
                <a16:creationId xmlns:a16="http://schemas.microsoft.com/office/drawing/2014/main" id="{D385A57E-D5E6-4E0A-BE4C-C1B40196AB2B}"/>
              </a:ext>
            </a:extLst>
          </p:cNvPr>
          <p:cNvSpPr>
            <a:spLocks noGrp="1"/>
          </p:cNvSpPr>
          <p:nvPr>
            <p:ph type="body" sz="quarter" idx="21" hasCustomPrompt="1"/>
          </p:nvPr>
        </p:nvSpPr>
        <p:spPr>
          <a:xfrm>
            <a:off x="9428163"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6" name="Picture Placeholder 22">
            <a:extLst>
              <a:ext uri="{FF2B5EF4-FFF2-40B4-BE49-F238E27FC236}">
                <a16:creationId xmlns:a16="http://schemas.microsoft.com/office/drawing/2014/main" id="{3D1BBD84-BA1A-4F7F-BD78-6D42162E33D5}"/>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7" name="Picture Placeholder 24">
            <a:extLst>
              <a:ext uri="{FF2B5EF4-FFF2-40B4-BE49-F238E27FC236}">
                <a16:creationId xmlns:a16="http://schemas.microsoft.com/office/drawing/2014/main" id="{75DDD589-ADD5-491E-B180-F1FCDF9ED6A1}"/>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8" name="Picture Placeholder 26">
            <a:extLst>
              <a:ext uri="{FF2B5EF4-FFF2-40B4-BE49-F238E27FC236}">
                <a16:creationId xmlns:a16="http://schemas.microsoft.com/office/drawing/2014/main" id="{BFFFDD99-5C1A-4C7C-8FA2-BEA3DB4BA884}"/>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9" name="Picture Placeholder 30">
            <a:extLst>
              <a:ext uri="{FF2B5EF4-FFF2-40B4-BE49-F238E27FC236}">
                <a16:creationId xmlns:a16="http://schemas.microsoft.com/office/drawing/2014/main" id="{23C5456C-A352-4CF6-8671-B2572BAD518D}"/>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0" name="Picture Placeholder 32">
            <a:extLst>
              <a:ext uri="{FF2B5EF4-FFF2-40B4-BE49-F238E27FC236}">
                <a16:creationId xmlns:a16="http://schemas.microsoft.com/office/drawing/2014/main" id="{C7C33AAD-B12F-4AA1-80BD-D7D3D1304B98}"/>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1" name="Picture Placeholder 34">
            <a:extLst>
              <a:ext uri="{FF2B5EF4-FFF2-40B4-BE49-F238E27FC236}">
                <a16:creationId xmlns:a16="http://schemas.microsoft.com/office/drawing/2014/main" id="{E2951AF1-2CE3-48B5-9CF3-7488DCDF3299}"/>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Tree>
    <p:extLst>
      <p:ext uri="{BB962C8B-B14F-4D97-AF65-F5344CB8AC3E}">
        <p14:creationId xmlns:p14="http://schemas.microsoft.com/office/powerpoint/2010/main" val="4187982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umbered Bullets in a row">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p>
            <a:pPr rtl="0"/>
            <a:r>
              <a:rPr lang="en-US" noProof="0"/>
              <a:t>Click to edit Master title style</a:t>
            </a:r>
            <a:endParaRPr lang="en-GB" noProof="0"/>
          </a:p>
        </p:txBody>
      </p:sp>
      <p:sp>
        <p:nvSpPr>
          <p:cNvPr id="3" name="Content Placeholder 2"/>
          <p:cNvSpPr>
            <a:spLocks noGrp="1"/>
          </p:cNvSpPr>
          <p:nvPr>
            <p:ph idx="1" hasCustomPrompt="1"/>
          </p:nvPr>
        </p:nvSpPr>
        <p:spPr>
          <a:xfrm>
            <a:off x="5162550" y="2019300"/>
            <a:ext cx="1944000" cy="2700000"/>
          </a:xfrm>
          <a:gradFill>
            <a:gsLst>
              <a:gs pos="0">
                <a:schemeClr val="accent1">
                  <a:lumMod val="20000"/>
                  <a:lumOff val="80000"/>
                </a:schemeClr>
              </a:gs>
              <a:gs pos="99000">
                <a:schemeClr val="accent1">
                  <a:lumMod val="20000"/>
                  <a:lumOff val="80000"/>
                </a:schemeClr>
              </a:gs>
              <a:gs pos="100000">
                <a:schemeClr val="accent1"/>
              </a:gs>
            </a:gsLst>
            <a:lin ang="5400000" scaled="1"/>
          </a:gradFill>
        </p:spPr>
        <p:txBody>
          <a:bodyPr lIns="0" tIns="1332000" rIns="0" bIns="0" rtlCol="0">
            <a:noAutofit/>
          </a:bodyPr>
          <a:lstStyle>
            <a:lvl1pPr marL="0" indent="0" algn="ctr">
              <a:buNone/>
              <a:defRPr sz="1600"/>
            </a:lvl1pPr>
          </a:lstStyle>
          <a:p>
            <a:pPr lvl="0" rtl="0"/>
            <a:r>
              <a:rPr lang="en-GB" noProof="0"/>
              <a:t>Event Description</a:t>
            </a:r>
          </a:p>
        </p:txBody>
      </p:sp>
      <p:sp>
        <p:nvSpPr>
          <p:cNvPr id="4" name="Date Placeholder 3"/>
          <p:cNvSpPr>
            <a:spLocks noGrp="1"/>
          </p:cNvSpPr>
          <p:nvPr>
            <p:ph type="dt" sz="half" idx="10"/>
          </p:nvPr>
        </p:nvSpPr>
        <p:spPr/>
        <p:txBody>
          <a:bodyPr rtlCol="0"/>
          <a:lstStyle/>
          <a:p>
            <a:pPr rtl="0"/>
            <a:fld id="{03735262-5D60-41D9-A9B6-FF5E468F41DF}" type="datetime1">
              <a:rPr lang="en-GB" noProof="0" smtClean="0"/>
              <a:t>23/03/2026</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9" name="Text Placeholder 8">
            <a:extLst>
              <a:ext uri="{FF2B5EF4-FFF2-40B4-BE49-F238E27FC236}">
                <a16:creationId xmlns:a16="http://schemas.microsoft.com/office/drawing/2014/main" id="{617748B7-E5B4-4481-8BBD-FA336F544D66}"/>
              </a:ext>
            </a:extLst>
          </p:cNvPr>
          <p:cNvSpPr>
            <a:spLocks noGrp="1"/>
          </p:cNvSpPr>
          <p:nvPr>
            <p:ph type="body" sz="quarter" idx="13" hasCustomPrompt="1"/>
          </p:nvPr>
        </p:nvSpPr>
        <p:spPr>
          <a:xfrm>
            <a:off x="7295806" y="2019300"/>
            <a:ext cx="1943100" cy="2700000"/>
          </a:xfrm>
          <a:gradFill>
            <a:gsLst>
              <a:gs pos="0">
                <a:schemeClr val="accent3">
                  <a:lumMod val="20000"/>
                  <a:lumOff val="80000"/>
                </a:schemeClr>
              </a:gs>
              <a:gs pos="99000">
                <a:schemeClr val="accent3">
                  <a:lumMod val="20000"/>
                  <a:lumOff val="80000"/>
                </a:schemeClr>
              </a:gs>
              <a:gs pos="100000">
                <a:schemeClr val="accent3"/>
              </a:gs>
            </a:gsLst>
            <a:lin ang="5400000" scaled="1"/>
          </a:gradFill>
        </p:spPr>
        <p:txBody>
          <a:bodyPr lIns="0" tIns="1332000" rIns="0" bIns="0" rtlCol="0">
            <a:noAutofit/>
          </a:bodyPr>
          <a:lstStyle>
            <a:lvl1pPr marL="0" indent="0" algn="ctr">
              <a:buNone/>
              <a:defRPr sz="1600"/>
            </a:lvl1pPr>
          </a:lstStyle>
          <a:p>
            <a:pPr lvl="0" rtl="0"/>
            <a:r>
              <a:rPr lang="en-GB" noProof="0"/>
              <a:t>Event Description</a:t>
            </a:r>
          </a:p>
        </p:txBody>
      </p:sp>
      <p:sp>
        <p:nvSpPr>
          <p:cNvPr id="11" name="Text Placeholder 10">
            <a:extLst>
              <a:ext uri="{FF2B5EF4-FFF2-40B4-BE49-F238E27FC236}">
                <a16:creationId xmlns:a16="http://schemas.microsoft.com/office/drawing/2014/main" id="{47DBBB1B-8761-455D-AD09-0A48C1ED27E0}"/>
              </a:ext>
            </a:extLst>
          </p:cNvPr>
          <p:cNvSpPr>
            <a:spLocks noGrp="1"/>
          </p:cNvSpPr>
          <p:nvPr>
            <p:ph type="body" sz="quarter" idx="14" hasCustomPrompt="1"/>
          </p:nvPr>
        </p:nvSpPr>
        <p:spPr>
          <a:xfrm>
            <a:off x="9428163" y="2019300"/>
            <a:ext cx="1943100" cy="2700000"/>
          </a:xfrm>
          <a:gradFill>
            <a:gsLst>
              <a:gs pos="0">
                <a:schemeClr val="accent5">
                  <a:lumMod val="20000"/>
                  <a:lumOff val="80000"/>
                </a:schemeClr>
              </a:gs>
              <a:gs pos="99000">
                <a:schemeClr val="accent5">
                  <a:lumMod val="20000"/>
                  <a:lumOff val="80000"/>
                </a:schemeClr>
              </a:gs>
              <a:gs pos="100000">
                <a:schemeClr val="accent5"/>
              </a:gs>
            </a:gsLst>
            <a:lin ang="5400000" scaled="1"/>
          </a:gradFill>
        </p:spPr>
        <p:txBody>
          <a:bodyPr lIns="0" tIns="1332000" rIns="0" bIns="0" rtlCol="0">
            <a:noAutofit/>
          </a:bodyPr>
          <a:lstStyle>
            <a:lvl1pPr marL="0" indent="0" algn="ctr">
              <a:buNone/>
              <a:defRPr sz="1600"/>
            </a:lvl1pPr>
          </a:lstStyle>
          <a:p>
            <a:pPr lvl="0" rtl="0"/>
            <a:r>
              <a:rPr lang="en-GB" noProof="0"/>
              <a:t>Event Description</a:t>
            </a:r>
          </a:p>
        </p:txBody>
      </p:sp>
      <p:sp>
        <p:nvSpPr>
          <p:cNvPr id="13" name="Text Placeholder 12">
            <a:extLst>
              <a:ext uri="{FF2B5EF4-FFF2-40B4-BE49-F238E27FC236}">
                <a16:creationId xmlns:a16="http://schemas.microsoft.com/office/drawing/2014/main" id="{701A7388-8628-470F-82E9-729C86AAFDC5}"/>
              </a:ext>
            </a:extLst>
          </p:cNvPr>
          <p:cNvSpPr>
            <a:spLocks noGrp="1"/>
          </p:cNvSpPr>
          <p:nvPr>
            <p:ph type="body" sz="quarter" idx="15" hasCustomPrompt="1"/>
          </p:nvPr>
        </p:nvSpPr>
        <p:spPr>
          <a:xfrm>
            <a:off x="5720550" y="2324100"/>
            <a:ext cx="828000" cy="828000"/>
          </a:xfrm>
          <a:prstGeom prst="ellipse">
            <a:avLst/>
          </a:prstGeom>
          <a:solidFill>
            <a:schemeClr val="tx1">
              <a:lumMod val="85000"/>
              <a:lumOff val="15000"/>
            </a:schemeClr>
          </a:solidFill>
        </p:spPr>
        <p:txBody>
          <a:bodyPr lIns="0" tIns="0" rIns="0" bIns="0" rtlCol="0" anchor="ctr">
            <a:noAutofit/>
          </a:bodyPr>
          <a:lstStyle>
            <a:lvl1pPr marL="0" indent="0" algn="ctr">
              <a:lnSpc>
                <a:spcPct val="100000"/>
              </a:lnSpc>
              <a:buNone/>
              <a:defRPr sz="2000" i="1">
                <a:solidFill>
                  <a:schemeClr val="bg1"/>
                </a:solidFill>
                <a:latin typeface="+mj-lt"/>
              </a:defRPr>
            </a:lvl1pPr>
          </a:lstStyle>
          <a:p>
            <a:pPr lvl="0" rtl="0"/>
            <a:r>
              <a:rPr lang="en-GB" noProof="0"/>
              <a:t>1</a:t>
            </a:r>
          </a:p>
        </p:txBody>
      </p:sp>
      <p:sp>
        <p:nvSpPr>
          <p:cNvPr id="15" name="Text Placeholder 14">
            <a:extLst>
              <a:ext uri="{FF2B5EF4-FFF2-40B4-BE49-F238E27FC236}">
                <a16:creationId xmlns:a16="http://schemas.microsoft.com/office/drawing/2014/main" id="{CAE5D4FA-2556-4640-8793-063247AA272E}"/>
              </a:ext>
            </a:extLst>
          </p:cNvPr>
          <p:cNvSpPr>
            <a:spLocks noGrp="1"/>
          </p:cNvSpPr>
          <p:nvPr>
            <p:ph type="body" sz="quarter" idx="16" hasCustomPrompt="1"/>
          </p:nvPr>
        </p:nvSpPr>
        <p:spPr>
          <a:xfrm>
            <a:off x="7853356" y="2324100"/>
            <a:ext cx="828000" cy="828000"/>
          </a:xfrm>
          <a:prstGeom prst="ellipse">
            <a:avLst/>
          </a:prstGeom>
          <a:solidFill>
            <a:schemeClr val="tx1">
              <a:lumMod val="85000"/>
              <a:lumOff val="15000"/>
            </a:schemeClr>
          </a:solidFill>
        </p:spPr>
        <p:txBody>
          <a:bodyPr lIns="0" tIns="0" rIns="0" bIns="0" rtlCol="0" anchor="ctr"/>
          <a:lstStyle>
            <a:lvl1pPr marL="0" indent="0" algn="ctr">
              <a:buNone/>
              <a:defRPr i="1">
                <a:solidFill>
                  <a:schemeClr val="bg1"/>
                </a:solidFill>
                <a:latin typeface="+mj-lt"/>
              </a:defRPr>
            </a:lvl1pPr>
          </a:lstStyle>
          <a:p>
            <a:pPr lvl="0" rtl="0"/>
            <a:r>
              <a:rPr lang="en-GB" noProof="0"/>
              <a:t>2</a:t>
            </a:r>
          </a:p>
        </p:txBody>
      </p:sp>
      <p:sp>
        <p:nvSpPr>
          <p:cNvPr id="17" name="Text Placeholder 16">
            <a:extLst>
              <a:ext uri="{FF2B5EF4-FFF2-40B4-BE49-F238E27FC236}">
                <a16:creationId xmlns:a16="http://schemas.microsoft.com/office/drawing/2014/main" id="{8379251E-EDF2-4AC5-AB5B-C1FD66A9D6F3}"/>
              </a:ext>
            </a:extLst>
          </p:cNvPr>
          <p:cNvSpPr>
            <a:spLocks noGrp="1"/>
          </p:cNvSpPr>
          <p:nvPr>
            <p:ph type="body" sz="quarter" idx="17" hasCustomPrompt="1"/>
          </p:nvPr>
        </p:nvSpPr>
        <p:spPr>
          <a:xfrm>
            <a:off x="9985713" y="2324100"/>
            <a:ext cx="828000" cy="828000"/>
          </a:xfrm>
          <a:prstGeom prst="ellipse">
            <a:avLst/>
          </a:prstGeom>
          <a:solidFill>
            <a:schemeClr val="tx1">
              <a:lumMod val="85000"/>
              <a:lumOff val="15000"/>
            </a:schemeClr>
          </a:solidFill>
        </p:spPr>
        <p:txBody>
          <a:bodyPr lIns="0" tIns="0" rIns="0" bIns="0" rtlCol="0" anchor="ctr"/>
          <a:lstStyle>
            <a:lvl1pPr marL="0" indent="0" algn="ctr">
              <a:buNone/>
              <a:defRPr i="1">
                <a:solidFill>
                  <a:schemeClr val="bg1"/>
                </a:solidFill>
                <a:latin typeface="+mj-lt"/>
              </a:defRPr>
            </a:lvl1pPr>
          </a:lstStyle>
          <a:p>
            <a:pPr lvl="0" rtl="0"/>
            <a:r>
              <a:rPr lang="en-GB" noProof="0"/>
              <a:t>3</a:t>
            </a:r>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316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ED3A9150-039F-4FB9-B8A2-F8F4040C0201}" type="datetime1">
              <a:rPr lang="en-GB" noProof="0" smtClean="0"/>
              <a:t>23/03/2026</a:t>
            </a:fld>
            <a:endParaRPr lang="en-GB" noProof="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914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 Image / Icon Bullets">
    <p:bg>
      <p:bgPr>
        <a:solidFill>
          <a:schemeClr val="bg2"/>
        </a:solidFill>
        <a:effectLst/>
      </p:bgPr>
    </p:bg>
    <p:spTree>
      <p:nvGrpSpPr>
        <p:cNvPr id="1" name=""/>
        <p:cNvGrpSpPr/>
        <p:nvPr/>
      </p:nvGrpSpPr>
      <p:grpSpPr>
        <a:xfrm>
          <a:off x="0" y="0"/>
          <a:ext cx="0" cy="0"/>
          <a:chOff x="0" y="0"/>
          <a:chExt cx="0" cy="0"/>
        </a:xfrm>
      </p:grpSpPr>
      <p:sp>
        <p:nvSpPr>
          <p:cNvPr id="9" name="Freeform 6" title="Page Number Shape">
            <a:extLst>
              <a:ext uri="{FF2B5EF4-FFF2-40B4-BE49-F238E27FC236}">
                <a16:creationId xmlns:a16="http://schemas.microsoft.com/office/drawing/2014/main" id="{4C028BF1-8F7F-4E8E-9D47-05D46323E336}"/>
              </a:ext>
            </a:extLst>
          </p:cNvPr>
          <p:cNvSpPr/>
          <p:nvPr userDrawn="1"/>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solidFill>
          <a:ln w="0">
            <a:noFill/>
            <a:prstDash val="solid"/>
            <a:round/>
            <a:headEnd/>
            <a:tailEnd/>
          </a:ln>
        </p:spPr>
      </p:sp>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72DDA0E7-BF30-41B3-BA7F-0CB648457625}" type="datetime1">
              <a:rPr lang="en-GB" noProof="0" smtClean="0"/>
              <a:t>23/03/2026</a:t>
            </a:fld>
            <a:endParaRPr lang="en-GB" noProof="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5D7203A2-76F7-4D98-BFEB-C48DDC3E5C6C}"/>
              </a:ext>
            </a:extLst>
          </p:cNvPr>
          <p:cNvSpPr>
            <a:spLocks noGrp="1"/>
          </p:cNvSpPr>
          <p:nvPr>
            <p:ph idx="1" hasCustomPrompt="1"/>
          </p:nvPr>
        </p:nvSpPr>
        <p:spPr>
          <a:xfrm>
            <a:off x="5162550"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1" name="Text Placeholder 8">
            <a:extLst>
              <a:ext uri="{FF2B5EF4-FFF2-40B4-BE49-F238E27FC236}">
                <a16:creationId xmlns:a16="http://schemas.microsoft.com/office/drawing/2014/main" id="{333FF03C-99D8-472E-A74F-87D3B5A5696D}"/>
              </a:ext>
            </a:extLst>
          </p:cNvPr>
          <p:cNvSpPr>
            <a:spLocks noGrp="1"/>
          </p:cNvSpPr>
          <p:nvPr>
            <p:ph type="body" sz="quarter" idx="13" hasCustomPrompt="1"/>
          </p:nvPr>
        </p:nvSpPr>
        <p:spPr>
          <a:xfrm>
            <a:off x="7295581"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2" name="Text Placeholder 10">
            <a:extLst>
              <a:ext uri="{FF2B5EF4-FFF2-40B4-BE49-F238E27FC236}">
                <a16:creationId xmlns:a16="http://schemas.microsoft.com/office/drawing/2014/main" id="{982C482D-2EED-4942-A5D4-D8A794C2486A}"/>
              </a:ext>
            </a:extLst>
          </p:cNvPr>
          <p:cNvSpPr>
            <a:spLocks noGrp="1"/>
          </p:cNvSpPr>
          <p:nvPr>
            <p:ph type="body" sz="quarter" idx="14" hasCustomPrompt="1"/>
          </p:nvPr>
        </p:nvSpPr>
        <p:spPr>
          <a:xfrm>
            <a:off x="9428613"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7" name="Text Placeholder 6">
            <a:extLst>
              <a:ext uri="{FF2B5EF4-FFF2-40B4-BE49-F238E27FC236}">
                <a16:creationId xmlns:a16="http://schemas.microsoft.com/office/drawing/2014/main" id="{51D4C5CB-E26D-42D3-B242-792D37C5074D}"/>
              </a:ext>
            </a:extLst>
          </p:cNvPr>
          <p:cNvSpPr>
            <a:spLocks noGrp="1"/>
          </p:cNvSpPr>
          <p:nvPr>
            <p:ph type="body" sz="quarter" idx="19" hasCustomPrompt="1"/>
          </p:nvPr>
        </p:nvSpPr>
        <p:spPr>
          <a:xfrm>
            <a:off x="5162550" y="3429000"/>
            <a:ext cx="1944000" cy="2700000"/>
          </a:xfrm>
          <a:solidFill>
            <a:schemeClr val="bg1"/>
          </a:solidFill>
        </p:spPr>
        <p:txBody>
          <a:bodyPr lIns="0" tIns="1332000" rIns="0" bIns="0" rtlCol="0"/>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6" name="Text Placeholder 15">
            <a:extLst>
              <a:ext uri="{FF2B5EF4-FFF2-40B4-BE49-F238E27FC236}">
                <a16:creationId xmlns:a16="http://schemas.microsoft.com/office/drawing/2014/main" id="{8F1F9D8C-5E2A-414E-9E1D-AB7DF4824DB3}"/>
              </a:ext>
            </a:extLst>
          </p:cNvPr>
          <p:cNvSpPr>
            <a:spLocks noGrp="1"/>
          </p:cNvSpPr>
          <p:nvPr>
            <p:ph type="body" sz="quarter" idx="20" hasCustomPrompt="1"/>
          </p:nvPr>
        </p:nvSpPr>
        <p:spPr>
          <a:xfrm>
            <a:off x="7295356"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9" name="Text Placeholder 18">
            <a:extLst>
              <a:ext uri="{FF2B5EF4-FFF2-40B4-BE49-F238E27FC236}">
                <a16:creationId xmlns:a16="http://schemas.microsoft.com/office/drawing/2014/main" id="{571AC612-4E8C-42E2-88EB-DB98E2791D0C}"/>
              </a:ext>
            </a:extLst>
          </p:cNvPr>
          <p:cNvSpPr>
            <a:spLocks noGrp="1"/>
          </p:cNvSpPr>
          <p:nvPr>
            <p:ph type="body" sz="quarter" idx="21" hasCustomPrompt="1"/>
          </p:nvPr>
        </p:nvSpPr>
        <p:spPr>
          <a:xfrm>
            <a:off x="9428163"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3" name="Picture Placeholder 22">
            <a:extLst>
              <a:ext uri="{FF2B5EF4-FFF2-40B4-BE49-F238E27FC236}">
                <a16:creationId xmlns:a16="http://schemas.microsoft.com/office/drawing/2014/main" id="{2AA95DF8-549D-4CA3-8E1A-D2DEB8CF4608}"/>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5" name="Picture Placeholder 24">
            <a:extLst>
              <a:ext uri="{FF2B5EF4-FFF2-40B4-BE49-F238E27FC236}">
                <a16:creationId xmlns:a16="http://schemas.microsoft.com/office/drawing/2014/main" id="{AA78BAAC-8764-4AFE-9AC1-DF47930B46EB}"/>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7" name="Picture Placeholder 26">
            <a:extLst>
              <a:ext uri="{FF2B5EF4-FFF2-40B4-BE49-F238E27FC236}">
                <a16:creationId xmlns:a16="http://schemas.microsoft.com/office/drawing/2014/main" id="{88491EA9-E431-4D48-BD30-3BA8FACC97F2}"/>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1" name="Picture Placeholder 30">
            <a:extLst>
              <a:ext uri="{FF2B5EF4-FFF2-40B4-BE49-F238E27FC236}">
                <a16:creationId xmlns:a16="http://schemas.microsoft.com/office/drawing/2014/main" id="{130F713C-752D-4C1A-89AB-638A7DAF60A8}"/>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3" name="Picture Placeholder 32">
            <a:extLst>
              <a:ext uri="{FF2B5EF4-FFF2-40B4-BE49-F238E27FC236}">
                <a16:creationId xmlns:a16="http://schemas.microsoft.com/office/drawing/2014/main" id="{EDF00299-5001-4927-B344-D4AE0D5F0393}"/>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5" name="Picture Placeholder 34">
            <a:extLst>
              <a:ext uri="{FF2B5EF4-FFF2-40B4-BE49-F238E27FC236}">
                <a16:creationId xmlns:a16="http://schemas.microsoft.com/office/drawing/2014/main" id="{4CBE51A8-3BCA-490E-93CB-B70BBCCD9671}"/>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Tree>
    <p:extLst>
      <p:ext uri="{BB962C8B-B14F-4D97-AF65-F5344CB8AC3E}">
        <p14:creationId xmlns:p14="http://schemas.microsoft.com/office/powerpoint/2010/main" val="1232522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 Medium Photos with Descriptions">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hasCustomPrompt="1"/>
          </p:nvPr>
        </p:nvSpPr>
        <p:spPr>
          <a:xfrm>
            <a:off x="762000" y="2831932"/>
            <a:ext cx="3833906" cy="1562638"/>
          </a:xfrm>
        </p:spPr>
        <p:txBody>
          <a:bodyPr rtlCol="0" anchor="b"/>
          <a:lstStyle>
            <a:lvl1pPr>
              <a:defRPr/>
            </a:lvl1pPr>
          </a:lstStyle>
          <a:p>
            <a:pPr rtl="0"/>
            <a:r>
              <a:rPr lang="en-GB" noProof="0"/>
              <a:t>Click to edit your title</a:t>
            </a:r>
          </a:p>
        </p:txBody>
      </p:sp>
      <p:sp>
        <p:nvSpPr>
          <p:cNvPr id="4" name="Date Placeholder 3"/>
          <p:cNvSpPr>
            <a:spLocks noGrp="1"/>
          </p:cNvSpPr>
          <p:nvPr>
            <p:ph type="dt" sz="half" idx="10"/>
          </p:nvPr>
        </p:nvSpPr>
        <p:spPr/>
        <p:txBody>
          <a:bodyPr rtlCol="0"/>
          <a:lstStyle/>
          <a:p>
            <a:pPr rtl="0"/>
            <a:fld id="{80F5BBF8-60EF-4A58-8AA1-0E5D107F711D}" type="datetime1">
              <a:rPr lang="en-GB" noProof="0" smtClean="0"/>
              <a:t>23/03/2026</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4573117"/>
            <a:ext cx="3842550" cy="1178396"/>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Picture Placeholder 10">
            <a:extLst>
              <a:ext uri="{FF2B5EF4-FFF2-40B4-BE49-F238E27FC236}">
                <a16:creationId xmlns:a16="http://schemas.microsoft.com/office/drawing/2014/main" id="{4EDDE9BC-8D20-403B-A5FE-C277A3515DE4}"/>
              </a:ext>
            </a:extLst>
          </p:cNvPr>
          <p:cNvSpPr>
            <a:spLocks noGrp="1"/>
          </p:cNvSpPr>
          <p:nvPr>
            <p:ph type="pic" sz="quarter" idx="19" hasCustomPrompt="1"/>
          </p:nvPr>
        </p:nvSpPr>
        <p:spPr>
          <a:xfrm>
            <a:off x="2424736" y="482857"/>
            <a:ext cx="2179814" cy="2179814"/>
          </a:xfrm>
          <a:prstGeom prst="ellipse">
            <a:avLst/>
          </a:prstGeom>
          <a:solidFill>
            <a:schemeClr val="bg1">
              <a:lumMod val="95000"/>
            </a:schemeClr>
          </a:solidFill>
        </p:spPr>
        <p:txBody>
          <a:bodyPr rtlCol="0" anchor="ctr"/>
          <a:lstStyle>
            <a:lvl1pPr marL="0" indent="0" algn="ctr">
              <a:buNone/>
              <a:defRPr i="1"/>
            </a:lvl1pPr>
          </a:lstStyle>
          <a:p>
            <a:pPr rtl="0"/>
            <a:r>
              <a:rPr lang="en-GB" noProof="0"/>
              <a:t>Insert Portrait Photo</a:t>
            </a:r>
          </a:p>
        </p:txBody>
      </p:sp>
      <p:sp>
        <p:nvSpPr>
          <p:cNvPr id="19" name="Content Placeholder 2">
            <a:extLst>
              <a:ext uri="{FF2B5EF4-FFF2-40B4-BE49-F238E27FC236}">
                <a16:creationId xmlns:a16="http://schemas.microsoft.com/office/drawing/2014/main" id="{2BF5E186-AFA1-42AA-AE51-CF3AC059F0FB}"/>
              </a:ext>
            </a:extLst>
          </p:cNvPr>
          <p:cNvSpPr>
            <a:spLocks noGrp="1"/>
          </p:cNvSpPr>
          <p:nvPr>
            <p:ph idx="1" hasCustomPrompt="1"/>
          </p:nvPr>
        </p:nvSpPr>
        <p:spPr>
          <a:xfrm>
            <a:off x="5162550"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2" name="Text Placeholder 8">
            <a:extLst>
              <a:ext uri="{FF2B5EF4-FFF2-40B4-BE49-F238E27FC236}">
                <a16:creationId xmlns:a16="http://schemas.microsoft.com/office/drawing/2014/main" id="{C860CCD0-F268-4994-9434-F0E0132A4E53}"/>
              </a:ext>
            </a:extLst>
          </p:cNvPr>
          <p:cNvSpPr>
            <a:spLocks noGrp="1"/>
          </p:cNvSpPr>
          <p:nvPr>
            <p:ph type="body" sz="quarter" idx="13" hasCustomPrompt="1"/>
          </p:nvPr>
        </p:nvSpPr>
        <p:spPr>
          <a:xfrm>
            <a:off x="7295581"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3" name="Text Placeholder 10">
            <a:extLst>
              <a:ext uri="{FF2B5EF4-FFF2-40B4-BE49-F238E27FC236}">
                <a16:creationId xmlns:a16="http://schemas.microsoft.com/office/drawing/2014/main" id="{28D5E220-4F6C-4A47-9F47-4CA88EA230DF}"/>
              </a:ext>
            </a:extLst>
          </p:cNvPr>
          <p:cNvSpPr>
            <a:spLocks noGrp="1"/>
          </p:cNvSpPr>
          <p:nvPr>
            <p:ph type="body" sz="quarter" idx="14" hasCustomPrompt="1"/>
          </p:nvPr>
        </p:nvSpPr>
        <p:spPr>
          <a:xfrm>
            <a:off x="9428613"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4" name="Text Placeholder 6">
            <a:extLst>
              <a:ext uri="{FF2B5EF4-FFF2-40B4-BE49-F238E27FC236}">
                <a16:creationId xmlns:a16="http://schemas.microsoft.com/office/drawing/2014/main" id="{1DFEF73A-C0FC-4A4C-8342-991CEFF532E2}"/>
              </a:ext>
            </a:extLst>
          </p:cNvPr>
          <p:cNvSpPr>
            <a:spLocks noGrp="1"/>
          </p:cNvSpPr>
          <p:nvPr>
            <p:ph type="body" sz="quarter" idx="20" hasCustomPrompt="1"/>
          </p:nvPr>
        </p:nvSpPr>
        <p:spPr>
          <a:xfrm>
            <a:off x="5162550" y="3429000"/>
            <a:ext cx="1944000" cy="2700000"/>
          </a:xfrm>
          <a:solidFill>
            <a:schemeClr val="bg1"/>
          </a:solidFill>
        </p:spPr>
        <p:txBody>
          <a:bodyPr lIns="0" tIns="1944000" rIns="0" bIns="72000" rtlCol="0" anchor="ct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5" name="Text Placeholder 15">
            <a:extLst>
              <a:ext uri="{FF2B5EF4-FFF2-40B4-BE49-F238E27FC236}">
                <a16:creationId xmlns:a16="http://schemas.microsoft.com/office/drawing/2014/main" id="{E60572FB-0574-4BE3-9637-7CA7B5ACA8DE}"/>
              </a:ext>
            </a:extLst>
          </p:cNvPr>
          <p:cNvSpPr>
            <a:spLocks noGrp="1"/>
          </p:cNvSpPr>
          <p:nvPr>
            <p:ph type="body" sz="quarter" idx="21" hasCustomPrompt="1"/>
          </p:nvPr>
        </p:nvSpPr>
        <p:spPr>
          <a:xfrm>
            <a:off x="7295356" y="3429000"/>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6" name="Text Placeholder 18">
            <a:extLst>
              <a:ext uri="{FF2B5EF4-FFF2-40B4-BE49-F238E27FC236}">
                <a16:creationId xmlns:a16="http://schemas.microsoft.com/office/drawing/2014/main" id="{155E2FBC-2458-49C4-B75C-CAEAC6D9F10F}"/>
              </a:ext>
            </a:extLst>
          </p:cNvPr>
          <p:cNvSpPr>
            <a:spLocks noGrp="1"/>
          </p:cNvSpPr>
          <p:nvPr>
            <p:ph type="body" sz="quarter" idx="22" hasCustomPrompt="1"/>
          </p:nvPr>
        </p:nvSpPr>
        <p:spPr>
          <a:xfrm>
            <a:off x="9428163" y="3429000"/>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7" name="Picture Placeholder 22">
            <a:extLst>
              <a:ext uri="{FF2B5EF4-FFF2-40B4-BE49-F238E27FC236}">
                <a16:creationId xmlns:a16="http://schemas.microsoft.com/office/drawing/2014/main" id="{844B1DAB-161E-44A0-9E15-DA816B46A48E}"/>
              </a:ext>
            </a:extLst>
          </p:cNvPr>
          <p:cNvSpPr>
            <a:spLocks noGrp="1"/>
          </p:cNvSpPr>
          <p:nvPr>
            <p:ph type="pic" sz="quarter" idx="23" hasCustomPrompt="1"/>
          </p:nvPr>
        </p:nvSpPr>
        <p:spPr>
          <a:xfrm>
            <a:off x="5234550"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8" name="Picture Placeholder 24">
            <a:extLst>
              <a:ext uri="{FF2B5EF4-FFF2-40B4-BE49-F238E27FC236}">
                <a16:creationId xmlns:a16="http://schemas.microsoft.com/office/drawing/2014/main" id="{8811849A-335B-47C0-980E-357EE8C4BCC2}"/>
              </a:ext>
            </a:extLst>
          </p:cNvPr>
          <p:cNvSpPr>
            <a:spLocks noGrp="1"/>
          </p:cNvSpPr>
          <p:nvPr>
            <p:ph type="pic" sz="quarter" idx="24" hasCustomPrompt="1"/>
          </p:nvPr>
        </p:nvSpPr>
        <p:spPr>
          <a:xfrm>
            <a:off x="7367581"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9" name="Picture Placeholder 26">
            <a:extLst>
              <a:ext uri="{FF2B5EF4-FFF2-40B4-BE49-F238E27FC236}">
                <a16:creationId xmlns:a16="http://schemas.microsoft.com/office/drawing/2014/main" id="{E1254A81-6A51-429E-91AC-6B4CADA71DC5}"/>
              </a:ext>
            </a:extLst>
          </p:cNvPr>
          <p:cNvSpPr>
            <a:spLocks noGrp="1"/>
          </p:cNvSpPr>
          <p:nvPr>
            <p:ph type="pic" sz="quarter" idx="25" hasCustomPrompt="1"/>
          </p:nvPr>
        </p:nvSpPr>
        <p:spPr>
          <a:xfrm>
            <a:off x="9500613"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0" name="Picture Placeholder 30">
            <a:extLst>
              <a:ext uri="{FF2B5EF4-FFF2-40B4-BE49-F238E27FC236}">
                <a16:creationId xmlns:a16="http://schemas.microsoft.com/office/drawing/2014/main" id="{64053090-461C-448F-9705-7FEE78A41337}"/>
              </a:ext>
            </a:extLst>
          </p:cNvPr>
          <p:cNvSpPr>
            <a:spLocks noGrp="1"/>
          </p:cNvSpPr>
          <p:nvPr>
            <p:ph type="pic" sz="quarter" idx="26" hasCustomPrompt="1"/>
          </p:nvPr>
        </p:nvSpPr>
        <p:spPr>
          <a:xfrm>
            <a:off x="5234550"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1" name="Picture Placeholder 32">
            <a:extLst>
              <a:ext uri="{FF2B5EF4-FFF2-40B4-BE49-F238E27FC236}">
                <a16:creationId xmlns:a16="http://schemas.microsoft.com/office/drawing/2014/main" id="{7AD2F7CB-CFE4-4C72-864A-D00C1CEAA23D}"/>
              </a:ext>
            </a:extLst>
          </p:cNvPr>
          <p:cNvSpPr>
            <a:spLocks noGrp="1"/>
          </p:cNvSpPr>
          <p:nvPr>
            <p:ph type="pic" sz="quarter" idx="27" hasCustomPrompt="1"/>
          </p:nvPr>
        </p:nvSpPr>
        <p:spPr>
          <a:xfrm>
            <a:off x="7367581"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2" name="Picture Placeholder 34">
            <a:extLst>
              <a:ext uri="{FF2B5EF4-FFF2-40B4-BE49-F238E27FC236}">
                <a16:creationId xmlns:a16="http://schemas.microsoft.com/office/drawing/2014/main" id="{CCA07CA3-C8D4-41EA-A0FB-74E1A4770398}"/>
              </a:ext>
            </a:extLst>
          </p:cNvPr>
          <p:cNvSpPr>
            <a:spLocks noGrp="1"/>
          </p:cNvSpPr>
          <p:nvPr>
            <p:ph type="pic" sz="quarter" idx="28" hasCustomPrompt="1"/>
          </p:nvPr>
        </p:nvSpPr>
        <p:spPr>
          <a:xfrm>
            <a:off x="9500163"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Tree>
    <p:extLst>
      <p:ext uri="{BB962C8B-B14F-4D97-AF65-F5344CB8AC3E}">
        <p14:creationId xmlns:p14="http://schemas.microsoft.com/office/powerpoint/2010/main" val="110807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Title 1"/>
          <p:cNvSpPr>
            <a:spLocks noGrp="1"/>
          </p:cNvSpPr>
          <p:nvPr>
            <p:ph type="ctrTitle"/>
          </p:nvPr>
        </p:nvSpPr>
        <p:spPr>
          <a:xfrm>
            <a:off x="5747656" y="1264197"/>
            <a:ext cx="5670487" cy="4268965"/>
          </a:xfrm>
        </p:spPr>
        <p:txBody>
          <a:bodyPr rtlCol="0" anchor="ctr">
            <a:normAutofit/>
          </a:bodyPr>
          <a:lstStyle>
            <a:lvl1pPr algn="l">
              <a:lnSpc>
                <a:spcPct val="85000"/>
              </a:lnSpc>
              <a:defRPr sz="6000" cap="none" baseline="0">
                <a:solidFill>
                  <a:schemeClr val="tx2"/>
                </a:solidFill>
              </a:defRPr>
            </a:lvl1pPr>
          </a:lstStyle>
          <a:p>
            <a:pPr rtl="0"/>
            <a:r>
              <a:rPr lang="en-US" noProof="0"/>
              <a:t>Click to edit Master title style</a:t>
            </a:r>
            <a:endParaRPr lang="en-GB" noProof="0"/>
          </a:p>
        </p:txBody>
      </p:sp>
      <p:sp>
        <p:nvSpPr>
          <p:cNvPr id="3" name="Subtitle 2"/>
          <p:cNvSpPr>
            <a:spLocks noGrp="1"/>
          </p:cNvSpPr>
          <p:nvPr>
            <p:ph type="subTitle" idx="1"/>
          </p:nvPr>
        </p:nvSpPr>
        <p:spPr>
          <a:xfrm>
            <a:off x="667666" y="4151085"/>
            <a:ext cx="4633806" cy="1591181"/>
          </a:xfrm>
        </p:spPr>
        <p:txBody>
          <a:bodyPr rtlCol="0"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0531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6" title="Page Number Shape"/>
          <p:cNvSpPr/>
          <p:nvPr/>
        </p:nvSpPr>
        <p:spPr bwMode="auto">
          <a:xfrm>
            <a:off x="11784011" y="139374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1"/>
          <p:cNvSpPr>
            <a:spLocks noGrp="1"/>
          </p:cNvSpPr>
          <p:nvPr>
            <p:ph type="title"/>
          </p:nvPr>
        </p:nvSpPr>
        <p:spPr>
          <a:xfrm>
            <a:off x="1947673" y="2571722"/>
            <a:ext cx="8296654" cy="3286153"/>
          </a:xfrm>
        </p:spPr>
        <p:txBody>
          <a:bodyPr rtlCol="0" anchor="t">
            <a:normAutofit/>
          </a:bodyPr>
          <a:lstStyle>
            <a:lvl1pPr>
              <a:lnSpc>
                <a:spcPct val="85000"/>
              </a:lnSpc>
              <a:defRPr sz="7700" cap="none" baseline="0">
                <a:solidFill>
                  <a:schemeClr val="tx1">
                    <a:lumMod val="85000"/>
                    <a:lumOff val="15000"/>
                  </a:schemeClr>
                </a:solidFill>
              </a:defRPr>
            </a:lvl1pPr>
          </a:lstStyle>
          <a:p>
            <a:pPr rtl="0"/>
            <a:r>
              <a:rPr lang="en-US" noProof="0"/>
              <a:t>Click to edit Master title style</a:t>
            </a:r>
            <a:endParaRPr lang="en-GB" noProof="0"/>
          </a:p>
        </p:txBody>
      </p:sp>
      <p:sp>
        <p:nvSpPr>
          <p:cNvPr id="3" name="Text Placeholder 2"/>
          <p:cNvSpPr>
            <a:spLocks noGrp="1"/>
          </p:cNvSpPr>
          <p:nvPr>
            <p:ph type="body" idx="1" hasCustomPrompt="1"/>
          </p:nvPr>
        </p:nvSpPr>
        <p:spPr>
          <a:xfrm>
            <a:off x="1947673" y="1393748"/>
            <a:ext cx="8401429" cy="819150"/>
          </a:xfrm>
        </p:spPr>
        <p:txBody>
          <a:bodyPr rtlCol="0" anchor="ctr">
            <a:normAutofit/>
          </a:bodyPr>
          <a:lstStyle>
            <a:lvl1pPr marL="0" indent="0" algn="r">
              <a:lnSpc>
                <a:spcPct val="113000"/>
              </a:lnSpc>
              <a:spcBef>
                <a:spcPts val="0"/>
              </a:spcBef>
              <a:buNone/>
              <a:defRPr sz="2000" b="0" i="1" baseline="0">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noProof="0"/>
              <a:t>Edit Master text styles</a:t>
            </a:r>
          </a:p>
        </p:txBody>
      </p:sp>
      <p:sp>
        <p:nvSpPr>
          <p:cNvPr id="4" name="Date Placeholder 3"/>
          <p:cNvSpPr>
            <a:spLocks noGrp="1"/>
          </p:cNvSpPr>
          <p:nvPr>
            <p:ph type="dt" sz="half" idx="10"/>
          </p:nvPr>
        </p:nvSpPr>
        <p:spPr>
          <a:xfrm>
            <a:off x="8742955" y="6314439"/>
            <a:ext cx="1596622" cy="365125"/>
          </a:xfrm>
        </p:spPr>
        <p:txBody>
          <a:bodyPr rtlCol="0"/>
          <a:lstStyle>
            <a:lvl1pPr>
              <a:defRPr sz="1200">
                <a:solidFill>
                  <a:schemeClr val="tx1">
                    <a:lumMod val="85000"/>
                    <a:lumOff val="15000"/>
                  </a:schemeClr>
                </a:solidFill>
              </a:defRPr>
            </a:lvl1pPr>
          </a:lstStyle>
          <a:p>
            <a:pPr rtl="0"/>
            <a:fld id="{1C896760-A52A-4B0A-9FCE-F159B68F95D1}" type="datetime1">
              <a:rPr lang="en-GB" noProof="0" smtClean="0"/>
              <a:t>23/03/2026</a:t>
            </a:fld>
            <a:endParaRPr lang="en-GB" noProof="0"/>
          </a:p>
        </p:txBody>
      </p:sp>
      <p:sp>
        <p:nvSpPr>
          <p:cNvPr id="5" name="Footer Placeholder 4"/>
          <p:cNvSpPr>
            <a:spLocks noGrp="1"/>
          </p:cNvSpPr>
          <p:nvPr>
            <p:ph type="ftr" sz="quarter" idx="11"/>
          </p:nvPr>
        </p:nvSpPr>
        <p:spPr>
          <a:xfrm>
            <a:off x="1947673" y="6314440"/>
            <a:ext cx="6480226" cy="365125"/>
          </a:xfrm>
        </p:spPr>
        <p:txBody>
          <a:bodyPr rtlCol="0"/>
          <a:lstStyle>
            <a:lvl1pPr>
              <a:defRPr b="0">
                <a:solidFill>
                  <a:schemeClr val="tx1">
                    <a:lumMod val="85000"/>
                    <a:lumOff val="15000"/>
                  </a:schemeClr>
                </a:solidFill>
              </a:defRPr>
            </a:lvl1pPr>
          </a:lstStyle>
          <a:p>
            <a:pPr rtl="0"/>
            <a:endParaRPr lang="en-GB" noProof="0"/>
          </a:p>
        </p:txBody>
      </p:sp>
      <p:sp>
        <p:nvSpPr>
          <p:cNvPr id="6" name="Slide Number Placeholder 5"/>
          <p:cNvSpPr>
            <a:spLocks noGrp="1"/>
          </p:cNvSpPr>
          <p:nvPr>
            <p:ph type="sldNum" sz="quarter" idx="12"/>
          </p:nvPr>
        </p:nvSpPr>
        <p:spPr>
          <a:xfrm>
            <a:off x="11784011" y="1620760"/>
            <a:ext cx="407988" cy="365125"/>
          </a:xfrm>
        </p:spPr>
        <p:txBody>
          <a:bodyPr rtlCol="0"/>
          <a:lstStyle>
            <a:lvl1pPr>
              <a:defRPr>
                <a:solidFill>
                  <a:schemeClr val="bg2"/>
                </a:solidFill>
              </a:defRPr>
            </a:lvl1pPr>
          </a:lstStyle>
          <a:p>
            <a:pPr rtl="0"/>
            <a:fld id="{13D2E340-0663-474B-992C-9192B5C45E57}" type="slidenum">
              <a:rPr lang="en-GB" noProof="0" smtClean="0"/>
              <a:t>‹#›</a:t>
            </a:fld>
            <a:endParaRPr lang="en-GB" noProof="0"/>
          </a:p>
        </p:txBody>
      </p:sp>
      <p:cxnSp>
        <p:nvCxnSpPr>
          <p:cNvPr id="10" name="Straight Connector 9" title="Horizontal Rule Line"/>
          <p:cNvCxnSpPr/>
          <p:nvPr/>
        </p:nvCxnSpPr>
        <p:spPr>
          <a:xfrm flipH="1">
            <a:off x="1" y="6178167"/>
            <a:ext cx="10244326"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8453484"/>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DAB8D192-CAF1-4A2C-85C9-1EDA35A31CD8}" type="datetime1">
              <a:rPr lang="en-GB" noProof="0" smtClean="0"/>
              <a:t>23/03/2026</a:t>
            </a:fld>
            <a:endParaRPr lang="en-GB" noProof="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FBC751F3-ABD6-4995-8494-4932D12ACE1B}"/>
              </a:ext>
            </a:extLst>
          </p:cNvPr>
          <p:cNvSpPr>
            <a:spLocks noGrp="1"/>
          </p:cNvSpPr>
          <p:nvPr>
            <p:ph sz="quarter" idx="19" hasCustomPrompt="1"/>
          </p:nvPr>
        </p:nvSpPr>
        <p:spPr>
          <a:xfrm>
            <a:off x="5326063" y="559678"/>
            <a:ext cx="6103937" cy="5191835"/>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extLst>
      <p:ext uri="{BB962C8B-B14F-4D97-AF65-F5344CB8AC3E}">
        <p14:creationId xmlns:p14="http://schemas.microsoft.com/office/powerpoint/2010/main" val="2875451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114259A3-C037-4D15-8CC5-E62C0AAC312D}" type="datetime1">
              <a:rPr lang="en-GB" noProof="0" smtClean="0"/>
              <a:t>23/03/2026</a:t>
            </a:fld>
            <a:endParaRPr lang="en-GB" noProof="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1466EC8C-C8BE-4149-A684-18CFF4574C18}"/>
              </a:ext>
            </a:extLst>
          </p:cNvPr>
          <p:cNvSpPr>
            <a:spLocks noGrp="1"/>
          </p:cNvSpPr>
          <p:nvPr>
            <p:ph type="pic" sz="quarter" idx="19"/>
          </p:nvPr>
        </p:nvSpPr>
        <p:spPr>
          <a:xfrm>
            <a:off x="5297488" y="559678"/>
            <a:ext cx="6132512" cy="5191835"/>
          </a:xfrm>
        </p:spPr>
        <p:txBody>
          <a:bodyPr rtlCol="0" anchor="ctr"/>
          <a:lstStyle>
            <a:lvl1pPr marL="0" indent="0"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3687491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7"/>
            <a:ext cx="3833906" cy="5274923"/>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3591F197-EE82-41CF-B217-E65F4EC035C7}" type="datetime1">
              <a:rPr lang="en-GB" noProof="0" smtClean="0"/>
              <a:t>23/03/2026</a:t>
            </a:fld>
            <a:endParaRPr lang="en-GB" noProof="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4889D34E-DF9E-41B7-A5EC-B9D63999B3D0}"/>
              </a:ext>
            </a:extLst>
          </p:cNvPr>
          <p:cNvSpPr>
            <a:spLocks noGrp="1"/>
          </p:cNvSpPr>
          <p:nvPr>
            <p:ph idx="1" hasCustomPrompt="1"/>
          </p:nvPr>
        </p:nvSpPr>
        <p:spPr>
          <a:xfrm>
            <a:off x="5181600" y="559678"/>
            <a:ext cx="6172200" cy="5617285"/>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extLst>
      <p:ext uri="{BB962C8B-B14F-4D97-AF65-F5344CB8AC3E}">
        <p14:creationId xmlns:p14="http://schemas.microsoft.com/office/powerpoint/2010/main" val="3222617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Content Placeholder 2"/>
          <p:cNvSpPr>
            <a:spLocks noGrp="1"/>
          </p:cNvSpPr>
          <p:nvPr>
            <p:ph sz="half" idx="1" hasCustomPrompt="1"/>
          </p:nvPr>
        </p:nvSpPr>
        <p:spPr>
          <a:xfrm>
            <a:off x="5181600" y="540628"/>
            <a:ext cx="6248400" cy="2488946"/>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Content Placeholder 3"/>
          <p:cNvSpPr>
            <a:spLocks noGrp="1"/>
          </p:cNvSpPr>
          <p:nvPr>
            <p:ph sz="half" idx="2" hasCustomPrompt="1"/>
          </p:nvPr>
        </p:nvSpPr>
        <p:spPr>
          <a:xfrm>
            <a:off x="5181600" y="3712467"/>
            <a:ext cx="6248400" cy="248222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Date Placeholder 4"/>
          <p:cNvSpPr>
            <a:spLocks noGrp="1"/>
          </p:cNvSpPr>
          <p:nvPr>
            <p:ph type="dt" sz="half" idx="10"/>
          </p:nvPr>
        </p:nvSpPr>
        <p:spPr/>
        <p:txBody>
          <a:bodyPr rtlCol="0"/>
          <a:lstStyle/>
          <a:p>
            <a:pPr rtl="0"/>
            <a:fld id="{5529CDE9-2DFB-42D0-9AF7-220768F44449}" type="datetime1">
              <a:rPr lang="en-GB" noProof="0" smtClean="0"/>
              <a:t>23/03/2026</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Tree>
    <p:extLst>
      <p:ext uri="{BB962C8B-B14F-4D97-AF65-F5344CB8AC3E}">
        <p14:creationId xmlns:p14="http://schemas.microsoft.com/office/powerpoint/2010/main" val="2454302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7784"/>
            <a:ext cx="3831336" cy="4956048"/>
          </a:xfrm>
        </p:spPr>
        <p:txBody>
          <a:bodyPr rtlCol="0"/>
          <a:lstStyle/>
          <a:p>
            <a:pPr rtl="0"/>
            <a:r>
              <a:rPr lang="en-US" noProof="0"/>
              <a:t>Click to edit Master title style</a:t>
            </a:r>
            <a:endParaRPr lang="en-GB" noProof="0"/>
          </a:p>
        </p:txBody>
      </p:sp>
      <p:sp>
        <p:nvSpPr>
          <p:cNvPr id="3" name="Text Placeholder 2"/>
          <p:cNvSpPr>
            <a:spLocks noGrp="1"/>
          </p:cNvSpPr>
          <p:nvPr>
            <p:ph type="body" idx="1" hasCustomPrompt="1"/>
          </p:nvPr>
        </p:nvSpPr>
        <p:spPr>
          <a:xfrm>
            <a:off x="5181600" y="558065"/>
            <a:ext cx="6245352" cy="914400"/>
          </a:xfrm>
        </p:spPr>
        <p:txBody>
          <a:bodyPr rtlCol="0"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4" name="Content Placeholder 3"/>
          <p:cNvSpPr>
            <a:spLocks noGrp="1"/>
          </p:cNvSpPr>
          <p:nvPr>
            <p:ph sz="half" idx="2" hasCustomPrompt="1"/>
          </p:nvPr>
        </p:nvSpPr>
        <p:spPr>
          <a:xfrm>
            <a:off x="5181600" y="1526671"/>
            <a:ext cx="6245352" cy="175564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Text Placeholder 4"/>
          <p:cNvSpPr>
            <a:spLocks noGrp="1"/>
          </p:cNvSpPr>
          <p:nvPr>
            <p:ph type="body" sz="quarter" idx="3" hasCustomPrompt="1"/>
          </p:nvPr>
        </p:nvSpPr>
        <p:spPr>
          <a:xfrm>
            <a:off x="5181600" y="3700826"/>
            <a:ext cx="6248400" cy="914400"/>
          </a:xfrm>
        </p:spPr>
        <p:txBody>
          <a:bodyPr rtlCol="0"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6" name="Content Placeholder 5"/>
          <p:cNvSpPr>
            <a:spLocks noGrp="1"/>
          </p:cNvSpPr>
          <p:nvPr>
            <p:ph sz="quarter" idx="4" hasCustomPrompt="1"/>
          </p:nvPr>
        </p:nvSpPr>
        <p:spPr>
          <a:xfrm>
            <a:off x="5181600" y="4669432"/>
            <a:ext cx="6245352" cy="175564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7" name="Date Placeholder 6"/>
          <p:cNvSpPr>
            <a:spLocks noGrp="1"/>
          </p:cNvSpPr>
          <p:nvPr>
            <p:ph type="dt" sz="half" idx="10"/>
          </p:nvPr>
        </p:nvSpPr>
        <p:spPr/>
        <p:txBody>
          <a:bodyPr rtlCol="0"/>
          <a:lstStyle/>
          <a:p>
            <a:pPr rtl="0"/>
            <a:fld id="{95259DA5-60B7-4DC7-997E-4ADDE1E2373F}" type="datetime1">
              <a:rPr lang="en-GB" noProof="0" smtClean="0"/>
              <a:t>23/03/2026</a:t>
            </a:fld>
            <a:endParaRPr lang="en-GB" noProof="0"/>
          </a:p>
        </p:txBody>
      </p:sp>
      <p:sp>
        <p:nvSpPr>
          <p:cNvPr id="8" name="Footer Placeholder 7"/>
          <p:cNvSpPr>
            <a:spLocks noGrp="1"/>
          </p:cNvSpPr>
          <p:nvPr>
            <p:ph type="ftr" sz="quarter" idx="11"/>
          </p:nvPr>
        </p:nvSpPr>
        <p:spPr/>
        <p:txBody>
          <a:bodyPr rtlCol="0"/>
          <a:lstStyle/>
          <a:p>
            <a:pPr rtl="0"/>
            <a:endParaRPr lang="en-GB" noProof="0"/>
          </a:p>
        </p:txBody>
      </p:sp>
      <p:sp>
        <p:nvSpPr>
          <p:cNvPr id="9" name="Slide Number Placeholder 8"/>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Tree>
    <p:extLst>
      <p:ext uri="{BB962C8B-B14F-4D97-AF65-F5344CB8AC3E}">
        <p14:creationId xmlns:p14="http://schemas.microsoft.com/office/powerpoint/2010/main" val="42770199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Date Placeholder 2"/>
          <p:cNvSpPr>
            <a:spLocks noGrp="1"/>
          </p:cNvSpPr>
          <p:nvPr>
            <p:ph type="dt" sz="half" idx="10"/>
          </p:nvPr>
        </p:nvSpPr>
        <p:spPr/>
        <p:txBody>
          <a:bodyPr rtlCol="0"/>
          <a:lstStyle/>
          <a:p>
            <a:pPr rtl="0"/>
            <a:fld id="{7B74DD31-347E-4B54-B7FB-ECCF31FD43E0}" type="datetime1">
              <a:rPr lang="en-GB" noProof="0" smtClean="0"/>
              <a:t>23/03/2026</a:t>
            </a:fld>
            <a:endParaRPr lang="en-GB" noProof="0"/>
          </a:p>
        </p:txBody>
      </p:sp>
      <p:sp>
        <p:nvSpPr>
          <p:cNvPr id="4" name="Footer Placeholder 3"/>
          <p:cNvSpPr>
            <a:spLocks noGrp="1"/>
          </p:cNvSpPr>
          <p:nvPr>
            <p:ph type="ftr" sz="quarter" idx="11"/>
          </p:nvPr>
        </p:nvSpPr>
        <p:spPr/>
        <p:txBody>
          <a:bodyPr rtlCol="0"/>
          <a:lstStyle/>
          <a:p>
            <a:pPr rtl="0"/>
            <a:endParaRPr lang="en-GB" noProof="0"/>
          </a:p>
        </p:txBody>
      </p:sp>
      <p:sp>
        <p:nvSpPr>
          <p:cNvPr id="5" name="Slide Number Placeholder 4"/>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Tree>
    <p:extLst>
      <p:ext uri="{BB962C8B-B14F-4D97-AF65-F5344CB8AC3E}">
        <p14:creationId xmlns:p14="http://schemas.microsoft.com/office/powerpoint/2010/main" val="2043447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p>
            <a:pPr rtl="0"/>
            <a:fld id="{D69DEBE6-9705-4629-B2E2-B813F3EFD0D0}" type="datetime1">
              <a:rPr lang="en-GB" noProof="0" smtClean="0"/>
              <a:t>23/03/2026</a:t>
            </a:fld>
            <a:endParaRPr lang="en-GB" noProof="0"/>
          </a:p>
        </p:txBody>
      </p:sp>
      <p:sp>
        <p:nvSpPr>
          <p:cNvPr id="3" name="Footer Placeholder 2"/>
          <p:cNvSpPr>
            <a:spLocks noGrp="1"/>
          </p:cNvSpPr>
          <p:nvPr>
            <p:ph type="ftr" sz="quarter" idx="11"/>
          </p:nvPr>
        </p:nvSpPr>
        <p:spPr/>
        <p:txBody>
          <a:bodyPr rtlCol="0"/>
          <a:lstStyle/>
          <a:p>
            <a:pPr rtl="0"/>
            <a:endParaRPr lang="en-GB" noProof="0"/>
          </a:p>
        </p:txBody>
      </p:sp>
      <p:sp>
        <p:nvSpPr>
          <p:cNvPr id="4" name="Slide Number Placeholder 3"/>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Tree>
    <p:extLst>
      <p:ext uri="{BB962C8B-B14F-4D97-AF65-F5344CB8AC3E}">
        <p14:creationId xmlns:p14="http://schemas.microsoft.com/office/powerpoint/2010/main" val="82390238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Placeholder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pPr rtl="0"/>
            <a:r>
              <a:rPr lang="en-US" noProof="0"/>
              <a:t>Click to edit Master title style</a:t>
            </a:r>
            <a:endParaRPr lang="en-GB" noProof="0"/>
          </a:p>
        </p:txBody>
      </p:sp>
      <p:sp>
        <p:nvSpPr>
          <p:cNvPr id="3" name="Text Placeholder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tx1">
                    <a:lumMod val="85000"/>
                    <a:lumOff val="15000"/>
                  </a:schemeClr>
                </a:solidFill>
                <a:latin typeface="+mj-lt"/>
              </a:defRPr>
            </a:lvl1pPr>
          </a:lstStyle>
          <a:p>
            <a:pPr rtl="0"/>
            <a:fld id="{F887B716-D79C-4B40-B931-1D91F43C7E50}" type="datetime1">
              <a:rPr lang="en-GB" noProof="0" smtClean="0"/>
              <a:t>23/03/2026</a:t>
            </a:fld>
            <a:endParaRPr lang="en-GB" noProof="0"/>
          </a:p>
        </p:txBody>
      </p:sp>
      <p:sp>
        <p:nvSpPr>
          <p:cNvPr id="5" name="Footer Placeholder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tx1">
                    <a:lumMod val="85000"/>
                    <a:lumOff val="15000"/>
                  </a:schemeClr>
                </a:solidFill>
                <a:latin typeface="+mj-lt"/>
              </a:defRPr>
            </a:lvl1pPr>
          </a:lstStyle>
          <a:p>
            <a:pPr rtl="0"/>
            <a:endParaRPr lang="en-GB" noProof="0"/>
          </a:p>
        </p:txBody>
      </p:sp>
      <p:sp>
        <p:nvSpPr>
          <p:cNvPr id="6" name="Slide Number Placeholder 5"/>
          <p:cNvSpPr>
            <a:spLocks noGrp="1"/>
          </p:cNvSpPr>
          <p:nvPr>
            <p:ph type="sldNum" sz="quarter" idx="4"/>
          </p:nvPr>
        </p:nvSpPr>
        <p:spPr>
          <a:xfrm>
            <a:off x="11784011" y="5607592"/>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pPr rtl="0"/>
            <a:fld id="{13D2E340-0663-474B-992C-9192B5C45E57}" type="slidenum">
              <a:rPr lang="en-GB" noProof="0" smtClean="0"/>
              <a:t>‹#›</a:t>
            </a:fld>
            <a:endParaRPr lang="en-GB" noProof="0"/>
          </a:p>
        </p:txBody>
      </p:sp>
      <p:cxnSp>
        <p:nvCxnSpPr>
          <p:cNvPr id="10" name="Straight Connector 9" title="Horizontal Rule Line"/>
          <p:cNvCxnSpPr/>
          <p:nvPr/>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6093967"/>
      </p:ext>
    </p:extLst>
  </p:cSld>
  <p:clrMap bg1="lt1" tx1="dk1" bg2="lt2" tx2="dk2" accent1="accent1" accent2="accent2" accent3="accent3" accent4="accent4" accent5="accent5" accent6="accent6" hlink="hlink" folHlink="folHlink"/>
  <p:sldLayoutIdLst>
    <p:sldLayoutId id="2147484479" r:id="rId1"/>
    <p:sldLayoutId id="2147484480" r:id="rId2"/>
    <p:sldLayoutId id="2147484495" r:id="rId3"/>
    <p:sldLayoutId id="2147484490" r:id="rId4"/>
    <p:sldLayoutId id="2147484491" r:id="rId5"/>
    <p:sldLayoutId id="2147484492" r:id="rId6"/>
    <p:sldLayoutId id="2147484493" r:id="rId7"/>
    <p:sldLayoutId id="2147484496" r:id="rId8"/>
    <p:sldLayoutId id="2147484481" r:id="rId9"/>
    <p:sldLayoutId id="2147484498" r:id="rId10"/>
    <p:sldLayoutId id="2147484499" r:id="rId11"/>
    <p:sldLayoutId id="2147484500" r:id="rId12"/>
    <p:sldLayoutId id="2147484482" r:id="rId13"/>
    <p:sldLayoutId id="2147484483" r:id="rId14"/>
    <p:sldLayoutId id="2147484484" r:id="rId15"/>
    <p:sldLayoutId id="2147484485" r:id="rId16"/>
  </p:sldLayoutIdLst>
  <p:hf hdr="0" ftr="0" dt="0"/>
  <p:txStyles>
    <p:title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anthropedia.org/the-science-of-well-being"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79374-8EAE-4873-9BB6-F6C630302DA2}"/>
              </a:ext>
            </a:extLst>
          </p:cNvPr>
          <p:cNvSpPr>
            <a:spLocks noGrp="1"/>
          </p:cNvSpPr>
          <p:nvPr>
            <p:ph type="ctrTitle"/>
          </p:nvPr>
        </p:nvSpPr>
        <p:spPr>
          <a:xfrm>
            <a:off x="5747656" y="1264197"/>
            <a:ext cx="5776678" cy="4268965"/>
          </a:xfrm>
        </p:spPr>
        <p:txBody>
          <a:bodyPr rtlCol="0">
            <a:normAutofit/>
          </a:bodyPr>
          <a:lstStyle/>
          <a:p>
            <a:pPr rtl="0"/>
            <a:r>
              <a:rPr lang="en-GB" sz="4000" dirty="0">
                <a:solidFill>
                  <a:schemeClr val="tx1">
                    <a:lumMod val="85000"/>
                    <a:lumOff val="15000"/>
                  </a:schemeClr>
                </a:solidFill>
              </a:rPr>
              <a:t>HUMA2921</a:t>
            </a:r>
            <a:br>
              <a:rPr lang="en-GB" sz="4000" dirty="0">
                <a:solidFill>
                  <a:schemeClr val="tx1">
                    <a:lumMod val="85000"/>
                    <a:lumOff val="15000"/>
                  </a:schemeClr>
                </a:solidFill>
              </a:rPr>
            </a:br>
            <a:r>
              <a:rPr lang="en-GB" sz="4000" dirty="0">
                <a:solidFill>
                  <a:schemeClr val="tx1">
                    <a:lumMod val="85000"/>
                    <a:lumOff val="15000"/>
                  </a:schemeClr>
                </a:solidFill>
              </a:rPr>
              <a:t>Ethical Theories and Contemporary Issues</a:t>
            </a:r>
            <a:endParaRPr lang="en-GB" sz="5400" dirty="0">
              <a:solidFill>
                <a:schemeClr val="tx1">
                  <a:lumMod val="85000"/>
                  <a:lumOff val="15000"/>
                </a:schemeClr>
              </a:solidFill>
            </a:endParaRPr>
          </a:p>
        </p:txBody>
      </p:sp>
      <p:sp>
        <p:nvSpPr>
          <p:cNvPr id="3" name="Subtitle 2">
            <a:extLst>
              <a:ext uri="{FF2B5EF4-FFF2-40B4-BE49-F238E27FC236}">
                <a16:creationId xmlns:a16="http://schemas.microsoft.com/office/drawing/2014/main" id="{7E42C4E3-AFAF-4630-AF6D-21FB3C29CF71}"/>
              </a:ext>
            </a:extLst>
          </p:cNvPr>
          <p:cNvSpPr>
            <a:spLocks noGrp="1"/>
          </p:cNvSpPr>
          <p:nvPr>
            <p:ph type="subTitle" idx="1"/>
          </p:nvPr>
        </p:nvSpPr>
        <p:spPr>
          <a:xfrm>
            <a:off x="667666" y="3880237"/>
            <a:ext cx="4633806" cy="1862029"/>
          </a:xfrm>
        </p:spPr>
        <p:txBody>
          <a:bodyPr rtlCol="0"/>
          <a:lstStyle/>
          <a:p>
            <a:r>
              <a:rPr lang="en-US" sz="2800" dirty="0">
                <a:solidFill>
                  <a:schemeClr val="tx1">
                    <a:lumMod val="85000"/>
                    <a:lumOff val="15000"/>
                  </a:schemeClr>
                </a:solidFill>
              </a:rPr>
              <a:t>Prof. Plato Tse</a:t>
            </a:r>
          </a:p>
          <a:p>
            <a:r>
              <a:rPr lang="en-US" sz="2800" dirty="0">
                <a:solidFill>
                  <a:schemeClr val="tx1">
                    <a:lumMod val="85000"/>
                    <a:lumOff val="15000"/>
                  </a:schemeClr>
                </a:solidFill>
              </a:rPr>
              <a:t>NCCU &amp; HKUST</a:t>
            </a:r>
          </a:p>
        </p:txBody>
      </p:sp>
      <p:pic>
        <p:nvPicPr>
          <p:cNvPr id="8" name="Picture Placeholder 7" descr="A painting of a person holding a pole&#10;&#10;AI-generated content may be incorrect.">
            <a:extLst>
              <a:ext uri="{FF2B5EF4-FFF2-40B4-BE49-F238E27FC236}">
                <a16:creationId xmlns:a16="http://schemas.microsoft.com/office/drawing/2014/main" id="{BD5FA3F6-CA85-B6A3-1D00-424D54426976}"/>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a:stretch>
            <a:fillRect/>
          </a:stretch>
        </p:blipFill>
        <p:spPr/>
      </p:pic>
    </p:spTree>
    <p:extLst>
      <p:ext uri="{BB962C8B-B14F-4D97-AF65-F5344CB8AC3E}">
        <p14:creationId xmlns:p14="http://schemas.microsoft.com/office/powerpoint/2010/main" val="1193886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85D44-7BC4-72CB-A87D-4792E14CD38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8065B57-247B-FEF7-35BC-F85D1F59EC80}"/>
              </a:ext>
            </a:extLst>
          </p:cNvPr>
          <p:cNvSpPr>
            <a:spLocks noGrp="1"/>
          </p:cNvSpPr>
          <p:nvPr>
            <p:ph type="title"/>
          </p:nvPr>
        </p:nvSpPr>
        <p:spPr>
          <a:xfrm>
            <a:off x="304800" y="559678"/>
            <a:ext cx="4291106" cy="4952492"/>
          </a:xfrm>
        </p:spPr>
        <p:txBody>
          <a:bodyPr rtlCol="0"/>
          <a:lstStyle/>
          <a:p>
            <a:pPr rtl="0"/>
            <a:r>
              <a:rPr lang="en-US" dirty="0"/>
              <a:t>Theoretical Objections</a:t>
            </a:r>
            <a:endParaRPr lang="en-GB" dirty="0"/>
          </a:p>
        </p:txBody>
      </p:sp>
      <p:sp>
        <p:nvSpPr>
          <p:cNvPr id="8" name="TextBox 7">
            <a:extLst>
              <a:ext uri="{FF2B5EF4-FFF2-40B4-BE49-F238E27FC236}">
                <a16:creationId xmlns:a16="http://schemas.microsoft.com/office/drawing/2014/main" id="{685B037A-5AD3-86F6-5942-22B3F7E933EF}"/>
              </a:ext>
            </a:extLst>
          </p:cNvPr>
          <p:cNvSpPr txBox="1"/>
          <p:nvPr/>
        </p:nvSpPr>
        <p:spPr>
          <a:xfrm>
            <a:off x="5181599" y="559678"/>
            <a:ext cx="6602412" cy="5078614"/>
          </a:xfrm>
          <a:prstGeom prst="rect">
            <a:avLst/>
          </a:prstGeom>
          <a:noFill/>
        </p:spPr>
        <p:txBody>
          <a:bodyPr wrap="square" rtlCol="0">
            <a:noAutofit/>
          </a:bodyPr>
          <a:lstStyle/>
          <a:p>
            <a:pPr marL="285750" indent="-28575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Common way of critique: propose cases in which the theory is dramatically at odds considered moral beliefs  </a:t>
            </a:r>
          </a:p>
          <a:p>
            <a:pPr marL="285750" indent="-28575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Two types:</a:t>
            </a:r>
          </a:p>
          <a:p>
            <a:pPr marL="514350" indent="-514350" algn="just">
              <a:buFont typeface="+mj-lt"/>
              <a:buAutoNum type="arabicPeriod"/>
            </a:pPr>
            <a:r>
              <a:rPr lang="en-US" sz="3200" dirty="0">
                <a:latin typeface="Times New Roman" panose="02020603050405020304" pitchFamily="18" charset="0"/>
                <a:ea typeface="PMingLiU" panose="02020500000000000000" pitchFamily="18" charset="-120"/>
              </a:rPr>
              <a:t>Clash with our moral intuitions about justice and rights </a:t>
            </a:r>
          </a:p>
          <a:p>
            <a:pPr marL="514350" indent="-514350" algn="just">
              <a:buFont typeface="+mj-lt"/>
              <a:buAutoNum type="arabicPeriod"/>
            </a:pPr>
            <a:r>
              <a:rPr lang="en-US" sz="3200" dirty="0">
                <a:latin typeface="Times New Roman" panose="02020603050405020304" pitchFamily="18" charset="0"/>
                <a:ea typeface="PMingLiU" panose="02020500000000000000" pitchFamily="18" charset="-120"/>
              </a:rPr>
              <a:t>Clash with our moral intuitions about what is properly demanded</a:t>
            </a:r>
            <a:endParaRPr lang="en-GB" sz="3200" dirty="0">
              <a:latin typeface="Times New Roman" panose="02020603050405020304" pitchFamily="18" charset="0"/>
              <a:ea typeface="PMingLiU" panose="02020500000000000000" pitchFamily="18" charset="-120"/>
            </a:endParaRPr>
          </a:p>
        </p:txBody>
      </p:sp>
      <p:sp>
        <p:nvSpPr>
          <p:cNvPr id="5" name="Slide Number Placeholder 4">
            <a:extLst>
              <a:ext uri="{FF2B5EF4-FFF2-40B4-BE49-F238E27FC236}">
                <a16:creationId xmlns:a16="http://schemas.microsoft.com/office/drawing/2014/main" id="{C665AFD4-B7AE-8BAF-6EB4-727A283BAF2D}"/>
              </a:ext>
            </a:extLst>
          </p:cNvPr>
          <p:cNvSpPr>
            <a:spLocks noGrp="1"/>
          </p:cNvSpPr>
          <p:nvPr>
            <p:ph type="sldNum" sz="quarter" idx="12"/>
          </p:nvPr>
        </p:nvSpPr>
        <p:spPr/>
        <p:txBody>
          <a:bodyPr rtlCol="0"/>
          <a:lstStyle/>
          <a:p>
            <a:pPr rtl="0"/>
            <a:fld id="{13D2E340-0663-474B-992C-9192B5C45E57}" type="slidenum">
              <a:rPr lang="en-GB" smtClean="0"/>
              <a:t>2</a:t>
            </a:fld>
            <a:endParaRPr lang="en-GB"/>
          </a:p>
        </p:txBody>
      </p:sp>
    </p:spTree>
    <p:extLst>
      <p:ext uri="{BB962C8B-B14F-4D97-AF65-F5344CB8AC3E}">
        <p14:creationId xmlns:p14="http://schemas.microsoft.com/office/powerpoint/2010/main" val="3974841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6E9BC-EFE7-8138-3BD0-F32624A8B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29CFFB-2C33-F99E-4D4B-B23ADBF5AB11}"/>
              </a:ext>
            </a:extLst>
          </p:cNvPr>
          <p:cNvSpPr>
            <a:spLocks noGrp="1"/>
          </p:cNvSpPr>
          <p:nvPr>
            <p:ph type="title"/>
          </p:nvPr>
        </p:nvSpPr>
        <p:spPr>
          <a:xfrm>
            <a:off x="478971" y="305053"/>
            <a:ext cx="4116935" cy="2889083"/>
          </a:xfrm>
        </p:spPr>
        <p:txBody>
          <a:bodyPr rtlCol="0">
            <a:noAutofit/>
          </a:bodyPr>
          <a:lstStyle/>
          <a:p>
            <a:r>
              <a:rPr lang="en-US" dirty="0"/>
              <a:t>Punishment and Retributive Justice</a:t>
            </a:r>
            <a:endParaRPr lang="en-GB" dirty="0"/>
          </a:p>
        </p:txBody>
      </p:sp>
      <p:sp>
        <p:nvSpPr>
          <p:cNvPr id="3" name="Slide Number Placeholder 2">
            <a:extLst>
              <a:ext uri="{FF2B5EF4-FFF2-40B4-BE49-F238E27FC236}">
                <a16:creationId xmlns:a16="http://schemas.microsoft.com/office/drawing/2014/main" id="{C047B17F-ECA2-8582-2E9E-41BF6476404F}"/>
              </a:ext>
            </a:extLst>
          </p:cNvPr>
          <p:cNvSpPr>
            <a:spLocks noGrp="1"/>
          </p:cNvSpPr>
          <p:nvPr>
            <p:ph type="sldNum" sz="quarter" idx="12"/>
          </p:nvPr>
        </p:nvSpPr>
        <p:spPr/>
        <p:txBody>
          <a:bodyPr rtlCol="0"/>
          <a:lstStyle/>
          <a:p>
            <a:pPr rtl="0"/>
            <a:fld id="{13D2E340-0663-474B-992C-9192B5C45E57}" type="slidenum">
              <a:rPr lang="en-GB" smtClean="0"/>
              <a:t>3</a:t>
            </a:fld>
            <a:endParaRPr lang="en-GB" dirty="0"/>
          </a:p>
        </p:txBody>
      </p:sp>
      <p:sp>
        <p:nvSpPr>
          <p:cNvPr id="13" name="TextBox 12">
            <a:extLst>
              <a:ext uri="{FF2B5EF4-FFF2-40B4-BE49-F238E27FC236}">
                <a16:creationId xmlns:a16="http://schemas.microsoft.com/office/drawing/2014/main" id="{B5C3795E-6FC3-81C9-9A90-042DF215BA4B}"/>
              </a:ext>
            </a:extLst>
          </p:cNvPr>
          <p:cNvSpPr txBox="1"/>
          <p:nvPr/>
        </p:nvSpPr>
        <p:spPr>
          <a:xfrm>
            <a:off x="5181599" y="305054"/>
            <a:ext cx="6602412" cy="4952492"/>
          </a:xfrm>
          <a:prstGeom prst="rect">
            <a:avLst/>
          </a:prstGeom>
          <a:noFill/>
        </p:spPr>
        <p:txBody>
          <a:bodyPr wrap="square" rtlCol="0">
            <a:noAutofit/>
          </a:bodyPr>
          <a:lstStyle/>
          <a:p>
            <a:pPr algn="just" rtl="0"/>
            <a:r>
              <a:rPr lang="en-GB" sz="2800" dirty="0">
                <a:latin typeface="Times New Roman" panose="02020603050405020304" pitchFamily="18" charset="0"/>
                <a:ea typeface="PMingLiU" panose="02020500000000000000" pitchFamily="18" charset="-120"/>
              </a:rPr>
              <a:t>Suppose a series of grave, unsolved crimes has unsettled a town, and the residents are outraged, demanding that the perpetrator be identified and brought to justice; failing this, they threaten to riot. However, the police have no viable suspects. One option is to frame an innocent individual—ideally someone socially isolated, without close ties, and with a prior criminal record—against whom a credible case could be fabricated. The chief happens to know of such a person</a:t>
            </a:r>
            <a:r>
              <a:rPr lang="en-GB" sz="3000" dirty="0">
                <a:latin typeface="Times New Roman" panose="02020603050405020304" pitchFamily="18" charset="0"/>
                <a:ea typeface="PMingLiU" panose="02020500000000000000" pitchFamily="18" charset="-120"/>
              </a:rPr>
              <a:t>. Utilitarianism appears to entail that he is </a:t>
            </a:r>
            <a:r>
              <a:rPr lang="en-GB" sz="3000" i="1" dirty="0">
                <a:latin typeface="Times New Roman" panose="02020603050405020304" pitchFamily="18" charset="0"/>
                <a:ea typeface="PMingLiU" panose="02020500000000000000" pitchFamily="18" charset="-120"/>
              </a:rPr>
              <a:t>morally obligated </a:t>
            </a:r>
            <a:r>
              <a:rPr lang="en-GB" sz="3000" dirty="0">
                <a:latin typeface="Times New Roman" panose="02020603050405020304" pitchFamily="18" charset="0"/>
                <a:ea typeface="PMingLiU" panose="02020500000000000000" pitchFamily="18" charset="-120"/>
              </a:rPr>
              <a:t>to frame and punish the innocent person.  </a:t>
            </a:r>
          </a:p>
        </p:txBody>
      </p:sp>
    </p:spTree>
    <p:extLst>
      <p:ext uri="{BB962C8B-B14F-4D97-AF65-F5344CB8AC3E}">
        <p14:creationId xmlns:p14="http://schemas.microsoft.com/office/powerpoint/2010/main" val="1270780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304800" y="559678"/>
            <a:ext cx="4291106" cy="4952492"/>
          </a:xfrm>
        </p:spPr>
        <p:txBody>
          <a:bodyPr rtlCol="0"/>
          <a:lstStyle/>
          <a:p>
            <a:r>
              <a:rPr lang="en-GB" dirty="0"/>
              <a:t>Medical Sacrifice and the Right to Life</a:t>
            </a:r>
          </a:p>
        </p:txBody>
      </p:sp>
      <p:sp>
        <p:nvSpPr>
          <p:cNvPr id="8" name="TextBox 7">
            <a:extLst>
              <a:ext uri="{FF2B5EF4-FFF2-40B4-BE49-F238E27FC236}">
                <a16:creationId xmlns:a16="http://schemas.microsoft.com/office/drawing/2014/main" id="{5FC6C278-4035-446A-A94B-030E792FDDF5}"/>
              </a:ext>
            </a:extLst>
          </p:cNvPr>
          <p:cNvSpPr txBox="1"/>
          <p:nvPr/>
        </p:nvSpPr>
        <p:spPr>
          <a:xfrm>
            <a:off x="5181599" y="685800"/>
            <a:ext cx="6602412" cy="4952492"/>
          </a:xfrm>
          <a:prstGeom prst="rect">
            <a:avLst/>
          </a:prstGeom>
          <a:noFill/>
        </p:spPr>
        <p:txBody>
          <a:bodyPr wrap="square" rtlCol="0">
            <a:noAutofit/>
          </a:bodyPr>
          <a:lstStyle/>
          <a:p>
            <a:pPr algn="just"/>
            <a:r>
              <a:rPr lang="en-GB" sz="2800" dirty="0">
                <a:latin typeface="Times New Roman" panose="02020603050405020304" pitchFamily="18" charset="0"/>
                <a:ea typeface="PMingLiU" panose="02020500000000000000" pitchFamily="18" charset="-120"/>
              </a:rPr>
              <a:t>A physician with a strong utilitarian commitment faces the following situation. A patient in otherwise excellent physical health has been admitted for alcohol abuse. The physician is familiar with his background: he has no family, is homeless, and is socially isolated. Apart from some liver damage, his organs are in very good condition. At the same time, three other patients under the physician’s care each require a transplant of a different organ, and all are in urgent need, with little time remaining. Utilitarianism appears to </a:t>
            </a:r>
            <a:r>
              <a:rPr lang="en-GB" sz="2800" i="1" dirty="0">
                <a:latin typeface="Times New Roman" panose="02020603050405020304" pitchFamily="18" charset="0"/>
                <a:ea typeface="PMingLiU" panose="02020500000000000000" pitchFamily="18" charset="-120"/>
              </a:rPr>
              <a:t>require</a:t>
            </a:r>
            <a:r>
              <a:rPr lang="en-GB" sz="2800" dirty="0">
                <a:latin typeface="Times New Roman" panose="02020603050405020304" pitchFamily="18" charset="0"/>
                <a:ea typeface="PMingLiU" panose="02020500000000000000" pitchFamily="18" charset="-120"/>
              </a:rPr>
              <a:t> the physician to sacrifice the one to save the three.</a:t>
            </a:r>
          </a:p>
        </p:txBody>
      </p:sp>
      <p:sp>
        <p:nvSpPr>
          <p:cNvPr id="5" name="Slide Number Placeholder 4">
            <a:extLst>
              <a:ext uri="{FF2B5EF4-FFF2-40B4-BE49-F238E27FC236}">
                <a16:creationId xmlns:a16="http://schemas.microsoft.com/office/drawing/2014/main" id="{C8D30775-E195-4C4C-93B0-0261753A3724}"/>
              </a:ext>
            </a:extLst>
          </p:cNvPr>
          <p:cNvSpPr>
            <a:spLocks noGrp="1"/>
          </p:cNvSpPr>
          <p:nvPr>
            <p:ph type="sldNum" sz="quarter" idx="12"/>
          </p:nvPr>
        </p:nvSpPr>
        <p:spPr/>
        <p:txBody>
          <a:bodyPr rtlCol="0"/>
          <a:lstStyle/>
          <a:p>
            <a:pPr rtl="0"/>
            <a:fld id="{13D2E340-0663-474B-992C-9192B5C45E57}" type="slidenum">
              <a:rPr lang="en-GB" smtClean="0"/>
              <a:t>4</a:t>
            </a:fld>
            <a:endParaRPr lang="en-GB"/>
          </a:p>
        </p:txBody>
      </p:sp>
    </p:spTree>
    <p:extLst>
      <p:ext uri="{BB962C8B-B14F-4D97-AF65-F5344CB8AC3E}">
        <p14:creationId xmlns:p14="http://schemas.microsoft.com/office/powerpoint/2010/main" val="2394598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97F4D-F280-472F-9307-25B3E6BD88B5}"/>
              </a:ext>
            </a:extLst>
          </p:cNvPr>
          <p:cNvSpPr>
            <a:spLocks noGrp="1"/>
          </p:cNvSpPr>
          <p:nvPr>
            <p:ph type="title"/>
          </p:nvPr>
        </p:nvSpPr>
        <p:spPr>
          <a:xfrm>
            <a:off x="478971" y="559678"/>
            <a:ext cx="4116935" cy="2221622"/>
          </a:xfrm>
        </p:spPr>
        <p:txBody>
          <a:bodyPr rtlCol="0">
            <a:normAutofit/>
          </a:bodyPr>
          <a:lstStyle/>
          <a:p>
            <a:r>
              <a:rPr lang="en-US" dirty="0"/>
              <a:t>Distributive Justice</a:t>
            </a:r>
            <a:endParaRPr lang="en-GB" dirty="0"/>
          </a:p>
        </p:txBody>
      </p:sp>
      <p:sp>
        <p:nvSpPr>
          <p:cNvPr id="3" name="Slide Number Placeholder 2">
            <a:extLst>
              <a:ext uri="{FF2B5EF4-FFF2-40B4-BE49-F238E27FC236}">
                <a16:creationId xmlns:a16="http://schemas.microsoft.com/office/drawing/2014/main" id="{EB761CE6-695A-0941-954E-A6BD7E16386F}"/>
              </a:ext>
            </a:extLst>
          </p:cNvPr>
          <p:cNvSpPr>
            <a:spLocks noGrp="1"/>
          </p:cNvSpPr>
          <p:nvPr>
            <p:ph type="sldNum" sz="quarter" idx="12"/>
          </p:nvPr>
        </p:nvSpPr>
        <p:spPr/>
        <p:txBody>
          <a:bodyPr rtlCol="0"/>
          <a:lstStyle/>
          <a:p>
            <a:pPr rtl="0"/>
            <a:fld id="{13D2E340-0663-474B-992C-9192B5C45E57}" type="slidenum">
              <a:rPr lang="en-GB" smtClean="0"/>
              <a:t>5</a:t>
            </a:fld>
            <a:endParaRPr lang="en-GB" dirty="0"/>
          </a:p>
        </p:txBody>
      </p:sp>
      <p:sp>
        <p:nvSpPr>
          <p:cNvPr id="13" name="TextBox 12">
            <a:extLst>
              <a:ext uri="{FF2B5EF4-FFF2-40B4-BE49-F238E27FC236}">
                <a16:creationId xmlns:a16="http://schemas.microsoft.com/office/drawing/2014/main" id="{B079FE37-E63F-6B83-3B38-614E7772BF5D}"/>
              </a:ext>
            </a:extLst>
          </p:cNvPr>
          <p:cNvSpPr txBox="1"/>
          <p:nvPr/>
        </p:nvSpPr>
        <p:spPr>
          <a:xfrm>
            <a:off x="5181599" y="305054"/>
            <a:ext cx="6602412" cy="4952492"/>
          </a:xfrm>
          <a:prstGeom prst="rect">
            <a:avLst/>
          </a:prstGeom>
          <a:noFill/>
        </p:spPr>
        <p:txBody>
          <a:bodyPr wrap="square" rtlCol="0">
            <a:noAutofit/>
          </a:bodyPr>
          <a:lstStyle/>
          <a:p>
            <a:pPr marL="457200" indent="-457200" algn="just" rtl="0">
              <a:buFont typeface="Arial" panose="020B0604020202020204" pitchFamily="34" charset="0"/>
              <a:buChar char="•"/>
            </a:pPr>
            <a:r>
              <a:rPr lang="en-US" sz="2800" dirty="0">
                <a:latin typeface="Times New Roman" panose="02020603050405020304" pitchFamily="18" charset="0"/>
                <a:ea typeface="PMingLiU" panose="02020500000000000000" pitchFamily="18" charset="-120"/>
              </a:rPr>
              <a:t>Suppose </a:t>
            </a:r>
            <a:r>
              <a:rPr lang="en-GB" sz="2800" dirty="0">
                <a:latin typeface="Times New Roman" panose="02020603050405020304" pitchFamily="18" charset="0"/>
                <a:ea typeface="PMingLiU" panose="02020500000000000000" pitchFamily="18" charset="-120"/>
              </a:rPr>
              <a:t>a level of +500 is sufficient for a decent, comfortable life. </a:t>
            </a:r>
          </a:p>
          <a:p>
            <a:pPr marL="457200" indent="-457200" algn="just" rtl="0">
              <a:buFont typeface="Arial" panose="020B0604020202020204" pitchFamily="34" charset="0"/>
              <a:buChar char="•"/>
            </a:pPr>
            <a:r>
              <a:rPr lang="en-GB" sz="2800" dirty="0">
                <a:latin typeface="Times New Roman" panose="02020603050405020304" pitchFamily="18" charset="0"/>
                <a:ea typeface="PMingLiU" panose="02020500000000000000" pitchFamily="18" charset="-120"/>
              </a:rPr>
              <a:t>Below 0 is below the poverty line, where life becomes a constant struggle.</a:t>
            </a:r>
          </a:p>
          <a:p>
            <a:pPr marL="457200" indent="-457200" algn="just" rtl="0">
              <a:buFont typeface="Arial" panose="020B0604020202020204" pitchFamily="34" charset="0"/>
              <a:buChar char="•"/>
            </a:pPr>
            <a:r>
              <a:rPr lang="en-GB" sz="2800" dirty="0">
                <a:latin typeface="Times New Roman" panose="02020603050405020304" pitchFamily="18" charset="0"/>
                <a:ea typeface="PMingLiU" panose="02020500000000000000" pitchFamily="18" charset="-120"/>
              </a:rPr>
              <a:t>From the standpoint of utilitarianism, Scheme 2 is to be preferred. </a:t>
            </a:r>
          </a:p>
          <a:p>
            <a:pPr marL="457200" indent="-457200" algn="just" rtl="0">
              <a:buFont typeface="Arial" panose="020B0604020202020204" pitchFamily="34" charset="0"/>
              <a:buChar char="•"/>
            </a:pPr>
            <a:r>
              <a:rPr lang="en-GB" sz="2800" dirty="0">
                <a:latin typeface="Times New Roman" panose="02020603050405020304" pitchFamily="18" charset="0"/>
                <a:ea typeface="PMingLiU" panose="02020500000000000000" pitchFamily="18" charset="-120"/>
              </a:rPr>
              <a:t>But notice what it requires: ignore how that utility is distributed across persons.</a:t>
            </a:r>
            <a:endParaRPr lang="en-GB" sz="3200" dirty="0">
              <a:latin typeface="Times New Roman" panose="02020603050405020304" pitchFamily="18" charset="0"/>
              <a:ea typeface="PMingLiU" panose="02020500000000000000" pitchFamily="18" charset="-120"/>
            </a:endParaRPr>
          </a:p>
        </p:txBody>
      </p:sp>
      <p:pic>
        <p:nvPicPr>
          <p:cNvPr id="4" name="Picture 3">
            <a:extLst>
              <a:ext uri="{FF2B5EF4-FFF2-40B4-BE49-F238E27FC236}">
                <a16:creationId xmlns:a16="http://schemas.microsoft.com/office/drawing/2014/main" id="{23928615-A077-F373-E796-60D48CF8D9D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31302" y="4076701"/>
            <a:ext cx="10329395" cy="2221621"/>
          </a:xfrm>
          <a:prstGeom prst="rect">
            <a:avLst/>
          </a:prstGeom>
          <a:noFill/>
          <a:ln>
            <a:noFill/>
          </a:ln>
        </p:spPr>
      </p:pic>
    </p:spTree>
    <p:extLst>
      <p:ext uri="{BB962C8B-B14F-4D97-AF65-F5344CB8AC3E}">
        <p14:creationId xmlns:p14="http://schemas.microsoft.com/office/powerpoint/2010/main" val="298975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93EB3-9E33-A774-40CE-4653C9CC6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D58094-FAFA-0AF5-4688-6E97661AB9E2}"/>
              </a:ext>
            </a:extLst>
          </p:cNvPr>
          <p:cNvSpPr>
            <a:spLocks noGrp="1"/>
          </p:cNvSpPr>
          <p:nvPr>
            <p:ph type="title"/>
          </p:nvPr>
        </p:nvSpPr>
        <p:spPr>
          <a:xfrm>
            <a:off x="530578" y="559678"/>
            <a:ext cx="4065328" cy="2221622"/>
          </a:xfrm>
        </p:spPr>
        <p:txBody>
          <a:bodyPr rtlCol="0">
            <a:normAutofit/>
          </a:bodyPr>
          <a:lstStyle/>
          <a:p>
            <a:r>
              <a:rPr lang="en-GB" sz="4800" dirty="0"/>
              <a:t>Promising</a:t>
            </a:r>
            <a:endParaRPr lang="en-GB" dirty="0"/>
          </a:p>
        </p:txBody>
      </p:sp>
      <p:sp>
        <p:nvSpPr>
          <p:cNvPr id="7" name="Slide Number Placeholder 6">
            <a:extLst>
              <a:ext uri="{FF2B5EF4-FFF2-40B4-BE49-F238E27FC236}">
                <a16:creationId xmlns:a16="http://schemas.microsoft.com/office/drawing/2014/main" id="{8DAF5447-EB0B-C3D3-9C29-329E67F6EAFA}"/>
              </a:ext>
            </a:extLst>
          </p:cNvPr>
          <p:cNvSpPr>
            <a:spLocks noGrp="1"/>
          </p:cNvSpPr>
          <p:nvPr>
            <p:ph type="sldNum" sz="quarter" idx="12"/>
          </p:nvPr>
        </p:nvSpPr>
        <p:spPr/>
        <p:txBody>
          <a:bodyPr rtlCol="0"/>
          <a:lstStyle/>
          <a:p>
            <a:pPr rtl="0"/>
            <a:fld id="{13D2E340-0663-474B-992C-9192B5C45E57}" type="slidenum">
              <a:rPr lang="en-GB" smtClean="0"/>
              <a:t>6</a:t>
            </a:fld>
            <a:endParaRPr lang="en-GB"/>
          </a:p>
        </p:txBody>
      </p:sp>
      <p:sp>
        <p:nvSpPr>
          <p:cNvPr id="23" name="TextBox 22">
            <a:extLst>
              <a:ext uri="{FF2B5EF4-FFF2-40B4-BE49-F238E27FC236}">
                <a16:creationId xmlns:a16="http://schemas.microsoft.com/office/drawing/2014/main" id="{B3924C4A-5D52-2E83-5910-D093650F9298}"/>
              </a:ext>
            </a:extLst>
          </p:cNvPr>
          <p:cNvSpPr txBox="1"/>
          <p:nvPr/>
        </p:nvSpPr>
        <p:spPr>
          <a:xfrm>
            <a:off x="5181599" y="559678"/>
            <a:ext cx="6593768" cy="5078614"/>
          </a:xfrm>
          <a:prstGeom prst="rect">
            <a:avLst/>
          </a:prstGeom>
          <a:noFill/>
        </p:spPr>
        <p:txBody>
          <a:bodyPr wrap="square" rtlCol="0">
            <a:noAutofit/>
          </a:bodyPr>
          <a:lstStyle/>
          <a:p>
            <a:pPr algn="just"/>
            <a:r>
              <a:rPr lang="en-GB" sz="2800" dirty="0">
                <a:latin typeface="Times New Roman" panose="02020603050405020304" pitchFamily="18" charset="0"/>
                <a:ea typeface="PMingLiU" panose="02020500000000000000" pitchFamily="18" charset="-120"/>
              </a:rPr>
              <a:t>Suppose Jones, who is terminally ill, has privately entrusted me with a substantial sum of money, which I have promised to pass on to his daughter when she turns twenty-one. Now imagine that, in the intervening years, the daughter wins a massive Powerball lottery and comes into considerable wealth; by the time she reaches twenty-one, she has no need whatsoever for the money her father set aside. Meanwhile, my own circumstances have deteriorated drastically and it becomes painfully clear that the money entrusted to me would effectively rescue us.</a:t>
            </a:r>
          </a:p>
        </p:txBody>
      </p:sp>
    </p:spTree>
    <p:extLst>
      <p:ext uri="{BB962C8B-B14F-4D97-AF65-F5344CB8AC3E}">
        <p14:creationId xmlns:p14="http://schemas.microsoft.com/office/powerpoint/2010/main" val="4051672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7424A-792B-5B72-38E7-DF1330B25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41727-547D-9591-6845-2AD3D67C7337}"/>
              </a:ext>
            </a:extLst>
          </p:cNvPr>
          <p:cNvSpPr>
            <a:spLocks noGrp="1"/>
          </p:cNvSpPr>
          <p:nvPr>
            <p:ph type="title"/>
          </p:nvPr>
        </p:nvSpPr>
        <p:spPr>
          <a:xfrm>
            <a:off x="407989" y="559678"/>
            <a:ext cx="4187917" cy="1720059"/>
          </a:xfrm>
        </p:spPr>
        <p:txBody>
          <a:bodyPr rtlCol="0">
            <a:normAutofit/>
          </a:bodyPr>
          <a:lstStyle/>
          <a:p>
            <a:pPr rtl="0"/>
            <a:r>
              <a:rPr lang="en-GB" sz="4000" dirty="0"/>
              <a:t>Demandingness</a:t>
            </a:r>
          </a:p>
        </p:txBody>
      </p:sp>
      <p:sp>
        <p:nvSpPr>
          <p:cNvPr id="3" name="Slide Number Placeholder 2">
            <a:extLst>
              <a:ext uri="{FF2B5EF4-FFF2-40B4-BE49-F238E27FC236}">
                <a16:creationId xmlns:a16="http://schemas.microsoft.com/office/drawing/2014/main" id="{858591D4-3B37-F537-1891-75C3CFEE80CD}"/>
              </a:ext>
            </a:extLst>
          </p:cNvPr>
          <p:cNvSpPr>
            <a:spLocks noGrp="1"/>
          </p:cNvSpPr>
          <p:nvPr>
            <p:ph type="sldNum" sz="quarter" idx="12"/>
          </p:nvPr>
        </p:nvSpPr>
        <p:spPr/>
        <p:txBody>
          <a:bodyPr rtlCol="0"/>
          <a:lstStyle/>
          <a:p>
            <a:pPr rtl="0"/>
            <a:fld id="{13D2E340-0663-474B-992C-9192B5C45E57}" type="slidenum">
              <a:rPr lang="en-GB" smtClean="0"/>
              <a:t>7</a:t>
            </a:fld>
            <a:endParaRPr lang="en-GB" dirty="0"/>
          </a:p>
        </p:txBody>
      </p:sp>
      <p:sp>
        <p:nvSpPr>
          <p:cNvPr id="13" name="TextBox 12">
            <a:extLst>
              <a:ext uri="{FF2B5EF4-FFF2-40B4-BE49-F238E27FC236}">
                <a16:creationId xmlns:a16="http://schemas.microsoft.com/office/drawing/2014/main" id="{2D7C1F4E-2200-708A-B8D1-8631A46C318F}"/>
              </a:ext>
            </a:extLst>
          </p:cNvPr>
          <p:cNvSpPr txBox="1"/>
          <p:nvPr/>
        </p:nvSpPr>
        <p:spPr>
          <a:xfrm>
            <a:off x="5181599" y="305054"/>
            <a:ext cx="6602412" cy="4952492"/>
          </a:xfrm>
          <a:prstGeom prst="rect">
            <a:avLst/>
          </a:prstGeom>
          <a:noFill/>
        </p:spPr>
        <p:txBody>
          <a:bodyPr wrap="square" rtlCol="0">
            <a:noAutofit/>
          </a:bodyPr>
          <a:lstStyle/>
          <a:p>
            <a:pPr algn="just" rtl="0"/>
            <a:r>
              <a:rPr lang="en-GB" sz="2800" dirty="0">
                <a:latin typeface="Times New Roman" panose="02020603050405020304" pitchFamily="18" charset="0"/>
                <a:ea typeface="PMingLiU" panose="02020500000000000000" pitchFamily="18" charset="-120"/>
              </a:rPr>
              <a:t>Suppose one of my favourite activities is gardening. From the standpoint of my own “</a:t>
            </a:r>
            <a:r>
              <a:rPr lang="en-GB" sz="2800" dirty="0" err="1">
                <a:latin typeface="Times New Roman" panose="02020603050405020304" pitchFamily="18" charset="0"/>
                <a:ea typeface="PMingLiU" panose="02020500000000000000" pitchFamily="18" charset="-120"/>
              </a:rPr>
              <a:t>partialist</a:t>
            </a:r>
            <a:r>
              <a:rPr lang="en-GB" sz="2800" dirty="0">
                <a:latin typeface="Times New Roman" panose="02020603050405020304" pitchFamily="18" charset="0"/>
                <a:ea typeface="PMingLiU" panose="02020500000000000000" pitchFamily="18" charset="-120"/>
              </a:rPr>
              <a:t>” concerns, I have a perfectly good reason to spend my spare time tending to my garden. But now imagine that, on a Sunday afternoon, I instead have the option of doing volunteer work for the city—work that would clearly produce greater overall benefit. In that case, I am pulled in two directions: on the one hand, my personal interests give me reason to garden; on the other, the impartial standpoint associated with utilitarianism gives me reason to set that aside and devote my time to volunteering instead.</a:t>
            </a:r>
          </a:p>
        </p:txBody>
      </p:sp>
    </p:spTree>
    <p:extLst>
      <p:ext uri="{BB962C8B-B14F-4D97-AF65-F5344CB8AC3E}">
        <p14:creationId xmlns:p14="http://schemas.microsoft.com/office/powerpoint/2010/main" val="1263636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8120E-9627-E8B6-0676-481535574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200BE-D86B-A4A6-DE70-CA6F3D690F37}"/>
              </a:ext>
            </a:extLst>
          </p:cNvPr>
          <p:cNvSpPr>
            <a:spLocks noGrp="1"/>
          </p:cNvSpPr>
          <p:nvPr>
            <p:ph type="title"/>
          </p:nvPr>
        </p:nvSpPr>
        <p:spPr>
          <a:xfrm>
            <a:off x="530578" y="559676"/>
            <a:ext cx="4065328" cy="2869324"/>
          </a:xfrm>
        </p:spPr>
        <p:txBody>
          <a:bodyPr rtlCol="0">
            <a:normAutofit/>
          </a:bodyPr>
          <a:lstStyle/>
          <a:p>
            <a:r>
              <a:rPr lang="en-GB" sz="4400" dirty="0"/>
              <a:t>Personal Relationships and Special Obligations</a:t>
            </a:r>
          </a:p>
        </p:txBody>
      </p:sp>
      <p:sp>
        <p:nvSpPr>
          <p:cNvPr id="7" name="Slide Number Placeholder 6">
            <a:extLst>
              <a:ext uri="{FF2B5EF4-FFF2-40B4-BE49-F238E27FC236}">
                <a16:creationId xmlns:a16="http://schemas.microsoft.com/office/drawing/2014/main" id="{DA6ECA03-3A27-17E7-F62F-84CE53157262}"/>
              </a:ext>
            </a:extLst>
          </p:cNvPr>
          <p:cNvSpPr>
            <a:spLocks noGrp="1"/>
          </p:cNvSpPr>
          <p:nvPr>
            <p:ph type="sldNum" sz="quarter" idx="12"/>
          </p:nvPr>
        </p:nvSpPr>
        <p:spPr/>
        <p:txBody>
          <a:bodyPr rtlCol="0"/>
          <a:lstStyle/>
          <a:p>
            <a:pPr rtl="0"/>
            <a:fld id="{13D2E340-0663-474B-992C-9192B5C45E57}" type="slidenum">
              <a:rPr lang="en-GB" smtClean="0"/>
              <a:t>8</a:t>
            </a:fld>
            <a:endParaRPr lang="en-GB"/>
          </a:p>
        </p:txBody>
      </p:sp>
      <p:sp>
        <p:nvSpPr>
          <p:cNvPr id="23" name="TextBox 22">
            <a:extLst>
              <a:ext uri="{FF2B5EF4-FFF2-40B4-BE49-F238E27FC236}">
                <a16:creationId xmlns:a16="http://schemas.microsoft.com/office/drawing/2014/main" id="{3CA1E901-2F79-6974-E428-93399DC0DC0E}"/>
              </a:ext>
            </a:extLst>
          </p:cNvPr>
          <p:cNvSpPr txBox="1"/>
          <p:nvPr/>
        </p:nvSpPr>
        <p:spPr>
          <a:xfrm>
            <a:off x="5181599" y="559678"/>
            <a:ext cx="6593768" cy="5078614"/>
          </a:xfrm>
          <a:prstGeom prst="rect">
            <a:avLst/>
          </a:prstGeom>
          <a:noFill/>
        </p:spPr>
        <p:txBody>
          <a:bodyPr wrap="square" rtlCol="0">
            <a:noAutofit/>
          </a:bodyPr>
          <a:lstStyle/>
          <a:p>
            <a:pPr algn="just"/>
            <a:r>
              <a:rPr lang="en-GB" sz="2800" dirty="0">
                <a:latin typeface="Times New Roman" panose="02020603050405020304" pitchFamily="18" charset="0"/>
                <a:ea typeface="PMingLiU" panose="02020500000000000000" pitchFamily="18" charset="-120"/>
              </a:rPr>
              <a:t>Consider a case in which I can either use some of my savings to put my son (an average student) through college, or I can use that money to put a neighbour's more promising student through college whose parents cannot afford the cost. If the consequences of my using the money to send the neighbour's child to college would be better than using the money for my own child’s education, then (assuming there is no better way to use the money from the utilitarian perspective) I am obligated to use the money for the education of the neighbour's child. </a:t>
            </a:r>
          </a:p>
        </p:txBody>
      </p:sp>
    </p:spTree>
    <p:extLst>
      <p:ext uri="{BB962C8B-B14F-4D97-AF65-F5344CB8AC3E}">
        <p14:creationId xmlns:p14="http://schemas.microsoft.com/office/powerpoint/2010/main" val="2284613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25B4A-A9AF-F20C-341C-3A544060BC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CA5C96-AB1E-E384-CC3E-59F711918FF2}"/>
              </a:ext>
            </a:extLst>
          </p:cNvPr>
          <p:cNvSpPr>
            <a:spLocks noGrp="1"/>
          </p:cNvSpPr>
          <p:nvPr>
            <p:ph type="title"/>
          </p:nvPr>
        </p:nvSpPr>
        <p:spPr>
          <a:xfrm>
            <a:off x="478971" y="559678"/>
            <a:ext cx="4116935" cy="2221622"/>
          </a:xfrm>
        </p:spPr>
        <p:txBody>
          <a:bodyPr rtlCol="0">
            <a:normAutofit/>
          </a:bodyPr>
          <a:lstStyle/>
          <a:p>
            <a:pPr rtl="0"/>
            <a:r>
              <a:rPr lang="en-GB" dirty="0"/>
              <a:t>Varieties of Response</a:t>
            </a:r>
          </a:p>
        </p:txBody>
      </p:sp>
      <p:sp>
        <p:nvSpPr>
          <p:cNvPr id="3" name="Slide Number Placeholder 2">
            <a:extLst>
              <a:ext uri="{FF2B5EF4-FFF2-40B4-BE49-F238E27FC236}">
                <a16:creationId xmlns:a16="http://schemas.microsoft.com/office/drawing/2014/main" id="{2EC99ABB-F367-3BC5-2017-FB8F8742C503}"/>
              </a:ext>
            </a:extLst>
          </p:cNvPr>
          <p:cNvSpPr>
            <a:spLocks noGrp="1"/>
          </p:cNvSpPr>
          <p:nvPr>
            <p:ph type="sldNum" sz="quarter" idx="12"/>
          </p:nvPr>
        </p:nvSpPr>
        <p:spPr/>
        <p:txBody>
          <a:bodyPr rtlCol="0"/>
          <a:lstStyle/>
          <a:p>
            <a:pPr rtl="0"/>
            <a:fld id="{13D2E340-0663-474B-992C-9192B5C45E57}" type="slidenum">
              <a:rPr lang="en-GB" smtClean="0"/>
              <a:t>9</a:t>
            </a:fld>
            <a:endParaRPr lang="en-GB" dirty="0"/>
          </a:p>
        </p:txBody>
      </p:sp>
      <p:sp>
        <p:nvSpPr>
          <p:cNvPr id="13" name="TextBox 12">
            <a:extLst>
              <a:ext uri="{FF2B5EF4-FFF2-40B4-BE49-F238E27FC236}">
                <a16:creationId xmlns:a16="http://schemas.microsoft.com/office/drawing/2014/main" id="{F29A0C60-3916-4BD3-EE6E-3BC8CFF43339}"/>
              </a:ext>
            </a:extLst>
          </p:cNvPr>
          <p:cNvSpPr txBox="1"/>
          <p:nvPr/>
        </p:nvSpPr>
        <p:spPr>
          <a:xfrm>
            <a:off x="5181599" y="305054"/>
            <a:ext cx="6602412" cy="4952492"/>
          </a:xfrm>
          <a:prstGeom prst="rect">
            <a:avLst/>
          </a:prstGeom>
          <a:noFill/>
        </p:spPr>
        <p:txBody>
          <a:bodyPr wrap="square" rtlCol="0">
            <a:noAutofit/>
          </a:bodyPr>
          <a:lstStyle/>
          <a:p>
            <a:pPr algn="just" rtl="0"/>
            <a:r>
              <a:rPr lang="en-US" sz="3200" dirty="0">
                <a:latin typeface="Times New Roman" panose="02020603050405020304" pitchFamily="18" charset="0"/>
                <a:ea typeface="PMingLiU" panose="02020500000000000000" pitchFamily="18" charset="-120"/>
              </a:rPr>
              <a:t>Structural features of the classical view: </a:t>
            </a:r>
          </a:p>
          <a:p>
            <a:pPr marL="514350" indent="-514350" algn="just" rtl="0">
              <a:buFont typeface="+mj-lt"/>
              <a:buAutoNum type="arabicPeriod"/>
            </a:pPr>
            <a:r>
              <a:rPr lang="en-GB" sz="3200" i="1" dirty="0">
                <a:latin typeface="Times New Roman" panose="02020603050405020304" pitchFamily="18" charset="0"/>
                <a:ea typeface="PMingLiU" panose="02020500000000000000" pitchFamily="18" charset="-120"/>
              </a:rPr>
              <a:t>Direct</a:t>
            </a:r>
            <a:r>
              <a:rPr lang="en-GB" sz="3200" dirty="0">
                <a:latin typeface="Times New Roman" panose="02020603050405020304" pitchFamily="18" charset="0"/>
                <a:ea typeface="PMingLiU" panose="02020500000000000000" pitchFamily="18" charset="-120"/>
              </a:rPr>
              <a:t>: actions are evaluated based on the utility associated.</a:t>
            </a:r>
          </a:p>
          <a:p>
            <a:pPr marL="514350" indent="-514350" algn="just" rtl="0">
              <a:buFont typeface="+mj-lt"/>
              <a:buAutoNum type="arabicPeriod"/>
            </a:pPr>
            <a:r>
              <a:rPr lang="en-GB" sz="3200" i="1" dirty="0">
                <a:latin typeface="Times New Roman" panose="02020603050405020304" pitchFamily="18" charset="0"/>
                <a:ea typeface="PMingLiU" panose="02020500000000000000" pitchFamily="18" charset="-120"/>
              </a:rPr>
              <a:t>Maximizing</a:t>
            </a:r>
            <a:r>
              <a:rPr lang="en-GB" sz="3200" dirty="0">
                <a:latin typeface="Times New Roman" panose="02020603050405020304" pitchFamily="18" charset="0"/>
                <a:ea typeface="PMingLiU" panose="02020500000000000000" pitchFamily="18" charset="-120"/>
              </a:rPr>
              <a:t>: rightness or wrongness depends on whether the action produces as high a level of net value compared to alternative actions</a:t>
            </a:r>
          </a:p>
          <a:p>
            <a:pPr marL="514350" indent="-514350" algn="just" rtl="0">
              <a:buFont typeface="+mj-lt"/>
              <a:buAutoNum type="arabicPeriod"/>
            </a:pPr>
            <a:r>
              <a:rPr lang="en-GB" sz="3200" i="1" dirty="0" err="1">
                <a:latin typeface="Times New Roman" panose="02020603050405020304" pitchFamily="18" charset="0"/>
                <a:ea typeface="PMingLiU" panose="02020500000000000000" pitchFamily="18" charset="-120"/>
              </a:rPr>
              <a:t>Impartialist</a:t>
            </a:r>
            <a:r>
              <a:rPr lang="en-GB" sz="3200" dirty="0">
                <a:latin typeface="Times New Roman" panose="02020603050405020304" pitchFamily="18" charset="0"/>
                <a:ea typeface="PMingLiU" panose="02020500000000000000" pitchFamily="18" charset="-120"/>
              </a:rPr>
              <a:t>: the consequences on all who are affected are given equal weight in determining the deontic status of an action</a:t>
            </a:r>
          </a:p>
          <a:p>
            <a:pPr marL="514350" indent="-514350" algn="just" rtl="0">
              <a:buFont typeface="+mj-lt"/>
              <a:buAutoNum type="arabicPeriod"/>
            </a:pPr>
            <a:endParaRPr lang="en-GB" sz="3200"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49825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1F34B-93F5-46C0-9BEC-B1A8D55008B4}"/>
              </a:ext>
            </a:extLst>
          </p:cNvPr>
          <p:cNvSpPr>
            <a:spLocks noGrp="1"/>
          </p:cNvSpPr>
          <p:nvPr>
            <p:ph type="title"/>
          </p:nvPr>
        </p:nvSpPr>
        <p:spPr>
          <a:xfrm>
            <a:off x="530578" y="559678"/>
            <a:ext cx="4065328" cy="2221622"/>
          </a:xfrm>
        </p:spPr>
        <p:txBody>
          <a:bodyPr rtlCol="0">
            <a:normAutofit/>
          </a:bodyPr>
          <a:lstStyle/>
          <a:p>
            <a:r>
              <a:rPr lang="en-GB" dirty="0"/>
              <a:t>Varieties of Response</a:t>
            </a:r>
          </a:p>
        </p:txBody>
      </p:sp>
      <p:sp>
        <p:nvSpPr>
          <p:cNvPr id="7" name="Slide Number Placeholder 6">
            <a:extLst>
              <a:ext uri="{FF2B5EF4-FFF2-40B4-BE49-F238E27FC236}">
                <a16:creationId xmlns:a16="http://schemas.microsoft.com/office/drawing/2014/main" id="{C7C944DD-F200-6B48-8A79-099A08992A35}"/>
              </a:ext>
            </a:extLst>
          </p:cNvPr>
          <p:cNvSpPr>
            <a:spLocks noGrp="1"/>
          </p:cNvSpPr>
          <p:nvPr>
            <p:ph type="sldNum" sz="quarter" idx="12"/>
          </p:nvPr>
        </p:nvSpPr>
        <p:spPr/>
        <p:txBody>
          <a:bodyPr rtlCol="0"/>
          <a:lstStyle/>
          <a:p>
            <a:pPr rtl="0"/>
            <a:fld id="{13D2E340-0663-474B-992C-9192B5C45E57}" type="slidenum">
              <a:rPr lang="en-GB" smtClean="0"/>
              <a:t>10</a:t>
            </a:fld>
            <a:endParaRPr lang="en-GB"/>
          </a:p>
        </p:txBody>
      </p:sp>
      <p:sp>
        <p:nvSpPr>
          <p:cNvPr id="23" name="TextBox 22">
            <a:extLst>
              <a:ext uri="{FF2B5EF4-FFF2-40B4-BE49-F238E27FC236}">
                <a16:creationId xmlns:a16="http://schemas.microsoft.com/office/drawing/2014/main" id="{764A365B-4C2F-2351-93F8-FD34668116E1}"/>
              </a:ext>
            </a:extLst>
          </p:cNvPr>
          <p:cNvSpPr txBox="1"/>
          <p:nvPr/>
        </p:nvSpPr>
        <p:spPr>
          <a:xfrm>
            <a:off x="5181599" y="559678"/>
            <a:ext cx="6593768" cy="5078614"/>
          </a:xfrm>
          <a:prstGeom prst="rect">
            <a:avLst/>
          </a:prstGeom>
          <a:noFill/>
        </p:spPr>
        <p:txBody>
          <a:bodyPr wrap="square" rtlCol="0">
            <a:noAutofit/>
          </a:bodyPr>
          <a:lstStyle/>
          <a:p>
            <a:pPr marL="514350" indent="-514350" algn="just">
              <a:buFont typeface="+mj-lt"/>
              <a:buAutoNum type="arabicPeriod"/>
            </a:pPr>
            <a:r>
              <a:rPr lang="en-US" sz="3600" dirty="0">
                <a:latin typeface="Times New Roman" panose="02020603050405020304" pitchFamily="18" charset="0"/>
                <a:ea typeface="PMingLiU" panose="02020500000000000000" pitchFamily="18" charset="-120"/>
              </a:rPr>
              <a:t>Rebut the objections directly</a:t>
            </a:r>
          </a:p>
          <a:p>
            <a:pPr marL="514350" indent="-514350" algn="just">
              <a:buFont typeface="+mj-lt"/>
              <a:buAutoNum type="arabicPeriod"/>
            </a:pPr>
            <a:r>
              <a:rPr lang="en-GB" sz="3600" dirty="0">
                <a:latin typeface="Times New Roman" panose="02020603050405020304" pitchFamily="18" charset="0"/>
                <a:ea typeface="PMingLiU" panose="02020500000000000000" pitchFamily="18" charset="-120"/>
              </a:rPr>
              <a:t>Defend an alternative theory of welfare </a:t>
            </a:r>
            <a:r>
              <a:rPr lang="en-US" sz="3600" dirty="0">
                <a:latin typeface="Times New Roman" panose="02020603050405020304" pitchFamily="18" charset="0"/>
                <a:ea typeface="PMingLiU" panose="02020500000000000000" pitchFamily="18" charset="-120"/>
              </a:rPr>
              <a:t> </a:t>
            </a:r>
          </a:p>
          <a:p>
            <a:pPr marL="514350" indent="-514350" algn="just">
              <a:buFont typeface="+mj-lt"/>
              <a:buAutoNum type="arabicPeriod"/>
            </a:pPr>
            <a:r>
              <a:rPr lang="en-GB" sz="3600" dirty="0">
                <a:latin typeface="Times New Roman" panose="02020603050405020304" pitchFamily="18" charset="0"/>
                <a:ea typeface="PMingLiU" panose="02020500000000000000" pitchFamily="18" charset="-120"/>
              </a:rPr>
              <a:t>Reject one or more of the three structural features</a:t>
            </a:r>
          </a:p>
        </p:txBody>
      </p:sp>
    </p:spTree>
    <p:extLst>
      <p:ext uri="{BB962C8B-B14F-4D97-AF65-F5344CB8AC3E}">
        <p14:creationId xmlns:p14="http://schemas.microsoft.com/office/powerpoint/2010/main" val="1707474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4DA9A-F01A-481E-A192-F11CA07CCE35}"/>
              </a:ext>
            </a:extLst>
          </p:cNvPr>
          <p:cNvSpPr>
            <a:spLocks noGrp="1"/>
          </p:cNvSpPr>
          <p:nvPr>
            <p:ph type="title"/>
          </p:nvPr>
        </p:nvSpPr>
        <p:spPr>
          <a:xfrm>
            <a:off x="463462" y="230820"/>
            <a:ext cx="4132443" cy="2149126"/>
          </a:xfrm>
        </p:spPr>
        <p:txBody>
          <a:bodyPr rtlCol="0">
            <a:normAutofit/>
          </a:bodyPr>
          <a:lstStyle/>
          <a:p>
            <a:r>
              <a:rPr lang="en-US" sz="4400" b="1" dirty="0"/>
              <a:t>Bold Denial</a:t>
            </a:r>
            <a:endParaRPr lang="en-GB" sz="4400" dirty="0"/>
          </a:p>
        </p:txBody>
      </p:sp>
      <p:sp>
        <p:nvSpPr>
          <p:cNvPr id="10" name="Slide Number Placeholder 9">
            <a:extLst>
              <a:ext uri="{FF2B5EF4-FFF2-40B4-BE49-F238E27FC236}">
                <a16:creationId xmlns:a16="http://schemas.microsoft.com/office/drawing/2014/main" id="{EC7ECEE9-580B-8B4A-919F-4C04337CEC51}"/>
              </a:ext>
            </a:extLst>
          </p:cNvPr>
          <p:cNvSpPr>
            <a:spLocks noGrp="1"/>
          </p:cNvSpPr>
          <p:nvPr>
            <p:ph type="sldNum" sz="quarter" idx="12"/>
          </p:nvPr>
        </p:nvSpPr>
        <p:spPr/>
        <p:txBody>
          <a:bodyPr rtlCol="0"/>
          <a:lstStyle/>
          <a:p>
            <a:pPr rtl="0"/>
            <a:fld id="{13D2E340-0663-474B-992C-9192B5C45E57}" type="slidenum">
              <a:rPr lang="en-GB" smtClean="0"/>
              <a:t>11</a:t>
            </a:fld>
            <a:endParaRPr lang="en-GB"/>
          </a:p>
        </p:txBody>
      </p:sp>
      <p:sp>
        <p:nvSpPr>
          <p:cNvPr id="41" name="TextBox 40">
            <a:extLst>
              <a:ext uri="{FF2B5EF4-FFF2-40B4-BE49-F238E27FC236}">
                <a16:creationId xmlns:a16="http://schemas.microsoft.com/office/drawing/2014/main" id="{E70AB508-2913-4EE2-5303-4456A2553371}"/>
              </a:ext>
            </a:extLst>
          </p:cNvPr>
          <p:cNvSpPr txBox="1"/>
          <p:nvPr/>
        </p:nvSpPr>
        <p:spPr>
          <a:xfrm>
            <a:off x="5181599" y="230819"/>
            <a:ext cx="6248401" cy="5407473"/>
          </a:xfrm>
          <a:prstGeom prst="rect">
            <a:avLst/>
          </a:prstGeom>
          <a:noFill/>
        </p:spPr>
        <p:txBody>
          <a:bodyPr wrap="square" rtlCol="0">
            <a:noAutofit/>
          </a:bodyPr>
          <a:lstStyle/>
          <a:p>
            <a:r>
              <a:rPr lang="en-US" sz="3200" i="1" dirty="0">
                <a:latin typeface="Times New Roman" panose="02020603050405020304" pitchFamily="18" charset="0"/>
                <a:ea typeface="PMingLiU" panose="02020500000000000000" pitchFamily="18" charset="-120"/>
              </a:rPr>
              <a:t>Back to the case of promising</a:t>
            </a:r>
          </a:p>
          <a:p>
            <a:pPr marL="457200" indent="-457200" algn="just">
              <a:buFont typeface="Arial" panose="020B0604020202020204" pitchFamily="34" charset="0"/>
              <a:buChar char="•"/>
            </a:pPr>
            <a:r>
              <a:rPr lang="en-GB" sz="2800" dirty="0">
                <a:latin typeface="Times New Roman" panose="02020603050405020304" pitchFamily="18" charset="0"/>
                <a:ea typeface="PMingLiU" panose="02020500000000000000" pitchFamily="18" charset="-120"/>
              </a:rPr>
              <a:t>Appeal to empirical claims challenging the reliability of moral intuitions</a:t>
            </a:r>
          </a:p>
          <a:p>
            <a:pPr marL="457200" indent="-457200" algn="just">
              <a:buFont typeface="Arial" panose="020B0604020202020204" pitchFamily="34" charset="0"/>
              <a:buChar char="•"/>
            </a:pPr>
            <a:r>
              <a:rPr lang="en-GB" sz="2800" dirty="0">
                <a:latin typeface="Times New Roman" panose="02020603050405020304" pitchFamily="18" charset="0"/>
                <a:ea typeface="PMingLiU" panose="02020500000000000000" pitchFamily="18" charset="-120"/>
              </a:rPr>
              <a:t>Joshua Greene: “We have strong feelings that tell us in clear and uncertain terms that some things simply cannot be done and that other things simply must be done. But it is not obvious how to make sense of these feelings, and so we, with the help of some especially creative philosophers, make up a rationally appealing story” (2008, 63).</a:t>
            </a:r>
          </a:p>
        </p:txBody>
      </p:sp>
    </p:spTree>
    <p:extLst>
      <p:ext uri="{BB962C8B-B14F-4D97-AF65-F5344CB8AC3E}">
        <p14:creationId xmlns:p14="http://schemas.microsoft.com/office/powerpoint/2010/main" val="3289796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BB3C1-A37E-886A-909B-53E077AC0A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908A0-65FF-2705-D664-4522AA4546BE}"/>
              </a:ext>
            </a:extLst>
          </p:cNvPr>
          <p:cNvSpPr>
            <a:spLocks noGrp="1"/>
          </p:cNvSpPr>
          <p:nvPr>
            <p:ph type="title"/>
          </p:nvPr>
        </p:nvSpPr>
        <p:spPr>
          <a:xfrm>
            <a:off x="576196" y="559678"/>
            <a:ext cx="4019709" cy="2233626"/>
          </a:xfrm>
        </p:spPr>
        <p:txBody>
          <a:bodyPr rtlCol="0">
            <a:normAutofit/>
          </a:bodyPr>
          <a:lstStyle/>
          <a:p>
            <a:r>
              <a:rPr lang="en-US" sz="4400" b="1" dirty="0"/>
              <a:t>Remote Effects</a:t>
            </a:r>
            <a:endParaRPr lang="en-GB" sz="4400" dirty="0"/>
          </a:p>
        </p:txBody>
      </p:sp>
      <p:sp>
        <p:nvSpPr>
          <p:cNvPr id="7" name="Slide Number Placeholder 6">
            <a:extLst>
              <a:ext uri="{FF2B5EF4-FFF2-40B4-BE49-F238E27FC236}">
                <a16:creationId xmlns:a16="http://schemas.microsoft.com/office/drawing/2014/main" id="{C21A53E5-FEE5-118D-CD36-C66764E3A3B5}"/>
              </a:ext>
            </a:extLst>
          </p:cNvPr>
          <p:cNvSpPr>
            <a:spLocks noGrp="1"/>
          </p:cNvSpPr>
          <p:nvPr>
            <p:ph type="sldNum" sz="quarter" idx="12"/>
          </p:nvPr>
        </p:nvSpPr>
        <p:spPr/>
        <p:txBody>
          <a:bodyPr rtlCol="0"/>
          <a:lstStyle/>
          <a:p>
            <a:pPr rtl="0"/>
            <a:fld id="{13D2E340-0663-474B-992C-9192B5C45E57}" type="slidenum">
              <a:rPr lang="en-GB" smtClean="0"/>
              <a:t>12</a:t>
            </a:fld>
            <a:endParaRPr lang="en-GB"/>
          </a:p>
        </p:txBody>
      </p:sp>
      <p:sp>
        <p:nvSpPr>
          <p:cNvPr id="23" name="TextBox 22">
            <a:extLst>
              <a:ext uri="{FF2B5EF4-FFF2-40B4-BE49-F238E27FC236}">
                <a16:creationId xmlns:a16="http://schemas.microsoft.com/office/drawing/2014/main" id="{44D17366-2D5D-EBCB-C069-47BBF0111A8A}"/>
              </a:ext>
            </a:extLst>
          </p:cNvPr>
          <p:cNvSpPr txBox="1"/>
          <p:nvPr/>
        </p:nvSpPr>
        <p:spPr>
          <a:xfrm>
            <a:off x="5181599" y="559678"/>
            <a:ext cx="6593768" cy="5078614"/>
          </a:xfrm>
          <a:prstGeom prst="rect">
            <a:avLst/>
          </a:prstGeom>
          <a:noFill/>
        </p:spPr>
        <p:txBody>
          <a:bodyPr wrap="square" rtlCol="0">
            <a:noAutofit/>
          </a:bodyPr>
          <a:lstStyle/>
          <a:p>
            <a:r>
              <a:rPr lang="en-US" sz="3200" i="1" dirty="0">
                <a:latin typeface="Times New Roman" panose="02020603050405020304" pitchFamily="18" charset="0"/>
                <a:ea typeface="PMingLiU" panose="02020500000000000000" pitchFamily="18" charset="-120"/>
              </a:rPr>
              <a:t>In the case of punishment and retributive justice</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It was stipulated that utility will be maximized by framing and then punishing an innocent person.</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How plausible is this stipulation, given the possible long-term consequences of engaging in such behaviour?</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Other empirical assumptions, which would decrease the utility, might need to be brought in.</a:t>
            </a:r>
          </a:p>
        </p:txBody>
      </p:sp>
    </p:spTree>
    <p:extLst>
      <p:ext uri="{BB962C8B-B14F-4D97-AF65-F5344CB8AC3E}">
        <p14:creationId xmlns:p14="http://schemas.microsoft.com/office/powerpoint/2010/main" val="2195168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BF37F-3E74-594E-C7DE-E08CA8A50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D8C0E1-92E9-F470-195D-C5A870DBDD32}"/>
              </a:ext>
            </a:extLst>
          </p:cNvPr>
          <p:cNvSpPr>
            <a:spLocks noGrp="1"/>
          </p:cNvSpPr>
          <p:nvPr>
            <p:ph type="title"/>
          </p:nvPr>
        </p:nvSpPr>
        <p:spPr>
          <a:xfrm>
            <a:off x="638826" y="230819"/>
            <a:ext cx="3957079" cy="3198181"/>
          </a:xfrm>
        </p:spPr>
        <p:txBody>
          <a:bodyPr rtlCol="0">
            <a:normAutofit/>
          </a:bodyPr>
          <a:lstStyle/>
          <a:p>
            <a:r>
              <a:rPr lang="en-US" sz="4400" b="1" dirty="0"/>
              <a:t>Bold Denial and Remote Effect</a:t>
            </a:r>
            <a:endParaRPr lang="en-GB" sz="4400" dirty="0"/>
          </a:p>
        </p:txBody>
      </p:sp>
      <p:sp>
        <p:nvSpPr>
          <p:cNvPr id="10" name="Slide Number Placeholder 9">
            <a:extLst>
              <a:ext uri="{FF2B5EF4-FFF2-40B4-BE49-F238E27FC236}">
                <a16:creationId xmlns:a16="http://schemas.microsoft.com/office/drawing/2014/main" id="{85B71140-9C05-953D-8182-42956B2C1751}"/>
              </a:ext>
            </a:extLst>
          </p:cNvPr>
          <p:cNvSpPr>
            <a:spLocks noGrp="1"/>
          </p:cNvSpPr>
          <p:nvPr>
            <p:ph type="sldNum" sz="quarter" idx="12"/>
          </p:nvPr>
        </p:nvSpPr>
        <p:spPr/>
        <p:txBody>
          <a:bodyPr rtlCol="0"/>
          <a:lstStyle/>
          <a:p>
            <a:pPr rtl="0"/>
            <a:fld id="{13D2E340-0663-474B-992C-9192B5C45E57}" type="slidenum">
              <a:rPr lang="en-GB" smtClean="0"/>
              <a:t>13</a:t>
            </a:fld>
            <a:endParaRPr lang="en-GB"/>
          </a:p>
        </p:txBody>
      </p:sp>
      <p:sp>
        <p:nvSpPr>
          <p:cNvPr id="41" name="TextBox 40">
            <a:extLst>
              <a:ext uri="{FF2B5EF4-FFF2-40B4-BE49-F238E27FC236}">
                <a16:creationId xmlns:a16="http://schemas.microsoft.com/office/drawing/2014/main" id="{E0699548-9BE0-D501-1E59-8D8CC60A2A49}"/>
              </a:ext>
            </a:extLst>
          </p:cNvPr>
          <p:cNvSpPr txBox="1"/>
          <p:nvPr/>
        </p:nvSpPr>
        <p:spPr>
          <a:xfrm>
            <a:off x="5181599" y="230819"/>
            <a:ext cx="6602412" cy="5407473"/>
          </a:xfrm>
          <a:prstGeom prst="rect">
            <a:avLst/>
          </a:prstGeom>
          <a:noFill/>
        </p:spPr>
        <p:txBody>
          <a:bodyPr wrap="square" rtlCol="0">
            <a:noAutofit/>
          </a:bodyPr>
          <a:lstStyle/>
          <a:p>
            <a:r>
              <a:rPr lang="sv-SE" sz="2600" i="1" dirty="0">
                <a:latin typeface="Times New Roman" panose="02020603050405020304" pitchFamily="18" charset="0"/>
                <a:ea typeface="PMingLiU" panose="02020500000000000000" pitchFamily="18" charset="-120"/>
              </a:rPr>
              <a:t>Katarzyna de Lazari-Radek and Peter Singer discussed the following case: </a:t>
            </a:r>
          </a:p>
          <a:p>
            <a:r>
              <a:rPr lang="en-GB" sz="2400" dirty="0">
                <a:latin typeface="Times New Roman" panose="02020603050405020304" pitchFamily="18" charset="0"/>
                <a:ea typeface="PMingLiU" panose="02020500000000000000" pitchFamily="18" charset="-120"/>
              </a:rPr>
              <a:t>“[A] surgeon has to do a delicate brain operation on a patient who happens to be the ideal organ donor for four other patients in the hospital, each of whom will die shortly unless they receive respectively, a heart, a liver, and—for two of them—a kidney. The doctor is highly skilled, and is confident of her ability to carry out the brain surgery successfully. If she does, the patient will lead a more or less normal life. But because the operation is a delicate one, no one could blame her, or have any reason to suspect anything, if the patient were to die on the operating table...” (2010, 40)</a:t>
            </a:r>
          </a:p>
          <a:p>
            <a:pPr marL="342900" indent="-342900">
              <a:buFont typeface="Arial" panose="020B0604020202020204" pitchFamily="34" charset="0"/>
              <a:buChar char="•"/>
            </a:pPr>
            <a:r>
              <a:rPr lang="en-GB" sz="2400" dirty="0">
                <a:latin typeface="Times New Roman" panose="02020603050405020304" pitchFamily="18" charset="0"/>
                <a:ea typeface="PMingLiU" panose="02020500000000000000" pitchFamily="18" charset="-120"/>
              </a:rPr>
              <a:t>They suggested that the consequentialist must accept that </a:t>
            </a:r>
            <a:r>
              <a:rPr lang="en-GB" sz="2400" i="1" dirty="0">
                <a:latin typeface="Times New Roman" panose="02020603050405020304" pitchFamily="18" charset="0"/>
                <a:ea typeface="PMingLiU" panose="02020500000000000000" pitchFamily="18" charset="-120"/>
              </a:rPr>
              <a:t>the right thing </a:t>
            </a:r>
            <a:r>
              <a:rPr lang="en-GB" sz="2400" dirty="0">
                <a:latin typeface="Times New Roman" panose="02020603050405020304" pitchFamily="18" charset="0"/>
                <a:ea typeface="PMingLiU" panose="02020500000000000000" pitchFamily="18" charset="-120"/>
              </a:rPr>
              <a:t>for the surgeon to do would be to kill the one to save the four.</a:t>
            </a:r>
          </a:p>
        </p:txBody>
      </p:sp>
    </p:spTree>
    <p:extLst>
      <p:ext uri="{BB962C8B-B14F-4D97-AF65-F5344CB8AC3E}">
        <p14:creationId xmlns:p14="http://schemas.microsoft.com/office/powerpoint/2010/main" val="323353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E6A52-D0EF-2DB8-E3D9-AA5A27FD9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93335-C8F6-0B4A-66B9-BF39D79CB760}"/>
              </a:ext>
            </a:extLst>
          </p:cNvPr>
          <p:cNvSpPr>
            <a:spLocks noGrp="1"/>
          </p:cNvSpPr>
          <p:nvPr>
            <p:ph type="title"/>
          </p:nvPr>
        </p:nvSpPr>
        <p:spPr>
          <a:xfrm>
            <a:off x="530578" y="559678"/>
            <a:ext cx="4065328" cy="2221622"/>
          </a:xfrm>
        </p:spPr>
        <p:txBody>
          <a:bodyPr rtlCol="0">
            <a:normAutofit/>
          </a:bodyPr>
          <a:lstStyle/>
          <a:p>
            <a:r>
              <a:rPr lang="en-US" sz="4400" b="1" dirty="0"/>
              <a:t>Bold Denial and Remote Effect</a:t>
            </a:r>
            <a:endParaRPr lang="en-GB" sz="4400" dirty="0"/>
          </a:p>
        </p:txBody>
      </p:sp>
      <p:sp>
        <p:nvSpPr>
          <p:cNvPr id="7" name="Slide Number Placeholder 6">
            <a:extLst>
              <a:ext uri="{FF2B5EF4-FFF2-40B4-BE49-F238E27FC236}">
                <a16:creationId xmlns:a16="http://schemas.microsoft.com/office/drawing/2014/main" id="{234FD86E-89DD-02B2-93BC-6F34B6FD3DEA}"/>
              </a:ext>
            </a:extLst>
          </p:cNvPr>
          <p:cNvSpPr>
            <a:spLocks noGrp="1"/>
          </p:cNvSpPr>
          <p:nvPr>
            <p:ph type="sldNum" sz="quarter" idx="12"/>
          </p:nvPr>
        </p:nvSpPr>
        <p:spPr/>
        <p:txBody>
          <a:bodyPr rtlCol="0"/>
          <a:lstStyle/>
          <a:p>
            <a:pPr rtl="0"/>
            <a:fld id="{13D2E340-0663-474B-992C-9192B5C45E57}" type="slidenum">
              <a:rPr lang="en-GB" smtClean="0"/>
              <a:t>14</a:t>
            </a:fld>
            <a:endParaRPr lang="en-GB"/>
          </a:p>
        </p:txBody>
      </p:sp>
      <p:sp>
        <p:nvSpPr>
          <p:cNvPr id="23" name="TextBox 22">
            <a:extLst>
              <a:ext uri="{FF2B5EF4-FFF2-40B4-BE49-F238E27FC236}">
                <a16:creationId xmlns:a16="http://schemas.microsoft.com/office/drawing/2014/main" id="{8CF09343-1CC0-6B70-EF46-FD8285E176D3}"/>
              </a:ext>
            </a:extLst>
          </p:cNvPr>
          <p:cNvSpPr txBox="1"/>
          <p:nvPr/>
        </p:nvSpPr>
        <p:spPr>
          <a:xfrm>
            <a:off x="5181599" y="559678"/>
            <a:ext cx="6593768" cy="5078614"/>
          </a:xfrm>
          <a:prstGeom prst="rect">
            <a:avLst/>
          </a:prstGeom>
          <a:noFill/>
        </p:spPr>
        <p:txBody>
          <a:bodyPr wrap="square" rtlCol="0">
            <a:noAutofit/>
          </a:bodyPr>
          <a:lstStyle/>
          <a:p>
            <a:pPr marL="457200" indent="-457200">
              <a:buFont typeface="Arial" panose="020B0604020202020204" pitchFamily="34" charset="0"/>
              <a:buChar char="•"/>
            </a:pPr>
            <a:r>
              <a:rPr lang="en-US" sz="3600" dirty="0">
                <a:latin typeface="Times New Roman" panose="02020603050405020304" pitchFamily="18" charset="0"/>
                <a:ea typeface="PMingLiU" panose="02020500000000000000" pitchFamily="18" charset="-120"/>
              </a:rPr>
              <a:t>Utilitarian: the right thing to do would be to kill the one to save the four.</a:t>
            </a:r>
          </a:p>
          <a:p>
            <a:pPr marL="457200" indent="-457200">
              <a:buFont typeface="Arial" panose="020B0604020202020204" pitchFamily="34" charset="0"/>
              <a:buChar char="•"/>
            </a:pPr>
            <a:r>
              <a:rPr lang="en-US" sz="3600" dirty="0">
                <a:latin typeface="Times New Roman" panose="02020603050405020304" pitchFamily="18" charset="0"/>
                <a:ea typeface="PMingLiU" panose="02020500000000000000" pitchFamily="18" charset="-120"/>
              </a:rPr>
              <a:t>But the action would not be recommended – for its possible damage of social order should it come under public attention.</a:t>
            </a:r>
          </a:p>
          <a:p>
            <a:pPr marL="457200" indent="-457200">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endParaRPr>
          </a:p>
          <a:p>
            <a:pPr marL="457200" indent="-457200">
              <a:buFont typeface="Arial" panose="020B0604020202020204" pitchFamily="34" charset="0"/>
              <a:buChar char="•"/>
            </a:pPr>
            <a:endParaRPr lang="en-GB" sz="3200"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2180084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4DA9A-F01A-481E-A192-F11CA07CCE35}"/>
              </a:ext>
            </a:extLst>
          </p:cNvPr>
          <p:cNvSpPr>
            <a:spLocks noGrp="1"/>
          </p:cNvSpPr>
          <p:nvPr>
            <p:ph type="title"/>
          </p:nvPr>
        </p:nvSpPr>
        <p:spPr>
          <a:xfrm>
            <a:off x="538619" y="559678"/>
            <a:ext cx="4057287" cy="2221622"/>
          </a:xfrm>
        </p:spPr>
        <p:txBody>
          <a:bodyPr rtlCol="0">
            <a:normAutofit/>
          </a:bodyPr>
          <a:lstStyle/>
          <a:p>
            <a:r>
              <a:rPr lang="en-US" sz="3200" b="1" dirty="0"/>
              <a:t>Satisficing Consequentialism</a:t>
            </a:r>
            <a:endParaRPr lang="en-GB" sz="3200" dirty="0"/>
          </a:p>
        </p:txBody>
      </p:sp>
      <p:sp>
        <p:nvSpPr>
          <p:cNvPr id="10" name="Slide Number Placeholder 9">
            <a:extLst>
              <a:ext uri="{FF2B5EF4-FFF2-40B4-BE49-F238E27FC236}">
                <a16:creationId xmlns:a16="http://schemas.microsoft.com/office/drawing/2014/main" id="{EC7ECEE9-580B-8B4A-919F-4C04337CEC51}"/>
              </a:ext>
            </a:extLst>
          </p:cNvPr>
          <p:cNvSpPr>
            <a:spLocks noGrp="1"/>
          </p:cNvSpPr>
          <p:nvPr>
            <p:ph type="sldNum" sz="quarter" idx="12"/>
          </p:nvPr>
        </p:nvSpPr>
        <p:spPr/>
        <p:txBody>
          <a:bodyPr rtlCol="0"/>
          <a:lstStyle/>
          <a:p>
            <a:pPr rtl="0"/>
            <a:fld id="{13D2E340-0663-474B-992C-9192B5C45E57}" type="slidenum">
              <a:rPr lang="en-GB" smtClean="0"/>
              <a:t>15</a:t>
            </a:fld>
            <a:endParaRPr lang="en-GB"/>
          </a:p>
        </p:txBody>
      </p:sp>
      <p:sp>
        <p:nvSpPr>
          <p:cNvPr id="41" name="TextBox 40">
            <a:extLst>
              <a:ext uri="{FF2B5EF4-FFF2-40B4-BE49-F238E27FC236}">
                <a16:creationId xmlns:a16="http://schemas.microsoft.com/office/drawing/2014/main" id="{E70AB508-2913-4EE2-5303-4456A2553371}"/>
              </a:ext>
            </a:extLst>
          </p:cNvPr>
          <p:cNvSpPr txBox="1"/>
          <p:nvPr/>
        </p:nvSpPr>
        <p:spPr>
          <a:xfrm>
            <a:off x="5181599" y="559678"/>
            <a:ext cx="6602412" cy="5078614"/>
          </a:xfrm>
          <a:prstGeom prst="rect">
            <a:avLst/>
          </a:prstGeom>
          <a:noFill/>
        </p:spPr>
        <p:txBody>
          <a:bodyPr wrap="square" rtlCol="0">
            <a:noAutofit/>
          </a:bodyPr>
          <a:lstStyle/>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R</a:t>
            </a:r>
            <a:r>
              <a:rPr lang="en-GB" sz="3200" dirty="0">
                <a:effectLst/>
                <a:latin typeface="Times New Roman" panose="02020603050405020304" pitchFamily="18" charset="0"/>
                <a:ea typeface="PMingLiU" panose="02020500000000000000" pitchFamily="18" charset="-120"/>
              </a:rPr>
              <a:t>eplace “maximizing” with “satisficing”</a:t>
            </a:r>
          </a:p>
          <a:p>
            <a:pPr marL="457200" indent="-457200">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To satisfice = to perform an action whose consequences are “good enough” even if some alternative action would have even better consequences</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SC: An action A performed in circumstances C is morally right (not wrong) </a:t>
            </a:r>
            <a:r>
              <a:rPr lang="en-GB" sz="3200" dirty="0" err="1">
                <a:latin typeface="Times New Roman" panose="02020603050405020304" pitchFamily="18" charset="0"/>
                <a:ea typeface="PMingLiU" panose="02020500000000000000" pitchFamily="18" charset="-120"/>
              </a:rPr>
              <a:t>iff</a:t>
            </a:r>
            <a:r>
              <a:rPr lang="en-GB" sz="3200" dirty="0">
                <a:latin typeface="Times New Roman" panose="02020603050405020304" pitchFamily="18" charset="0"/>
                <a:ea typeface="PMingLiU" panose="02020500000000000000" pitchFamily="18" charset="-120"/>
              </a:rPr>
              <a:t> the utility of doing A in C meets or exceeds the specified threshold utility. </a:t>
            </a:r>
          </a:p>
        </p:txBody>
      </p:sp>
    </p:spTree>
    <p:extLst>
      <p:ext uri="{BB962C8B-B14F-4D97-AF65-F5344CB8AC3E}">
        <p14:creationId xmlns:p14="http://schemas.microsoft.com/office/powerpoint/2010/main" val="3039832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FC6C278-4035-446A-A94B-030E792FDDF5}"/>
              </a:ext>
            </a:extLst>
          </p:cNvPr>
          <p:cNvSpPr txBox="1"/>
          <p:nvPr/>
        </p:nvSpPr>
        <p:spPr>
          <a:xfrm>
            <a:off x="5181599" y="655100"/>
            <a:ext cx="6602412" cy="5575012"/>
          </a:xfrm>
          <a:prstGeom prst="rect">
            <a:avLst/>
          </a:prstGeom>
          <a:noFill/>
        </p:spPr>
        <p:txBody>
          <a:bodyPr wrap="square" rtlCol="0">
            <a:noAutofit/>
          </a:bodyPr>
          <a:lstStyle/>
          <a:p>
            <a:r>
              <a:rPr lang="en-GB" sz="3200" dirty="0">
                <a:latin typeface="Times New Roman" panose="02020603050405020304" pitchFamily="18" charset="0"/>
                <a:ea typeface="PMingLiU" panose="02020500000000000000" pitchFamily="18" charset="-120"/>
                <a:cs typeface="Times New Roman" panose="02020603050405020304" pitchFamily="18" charset="0"/>
              </a:rPr>
              <a:t>Suppose I collect money for a charity organization and the donations I have received in the past month can be used to raise the level of utility by +200 above the threshold. However, were I to keep a portion of the money for myself and give the rest to the charity, the result would be +150 in overall utility, which would still be above the threshold. According to SC, this would be acceptable (but I’m engaging in theft).</a:t>
            </a:r>
          </a:p>
        </p:txBody>
      </p:sp>
      <p:sp>
        <p:nvSpPr>
          <p:cNvPr id="5" name="Slide Number Placeholder 4">
            <a:extLst>
              <a:ext uri="{FF2B5EF4-FFF2-40B4-BE49-F238E27FC236}">
                <a16:creationId xmlns:a16="http://schemas.microsoft.com/office/drawing/2014/main" id="{C8D30775-E195-4C4C-93B0-0261753A3724}"/>
              </a:ext>
            </a:extLst>
          </p:cNvPr>
          <p:cNvSpPr>
            <a:spLocks noGrp="1"/>
          </p:cNvSpPr>
          <p:nvPr>
            <p:ph type="sldNum" sz="quarter" idx="12"/>
          </p:nvPr>
        </p:nvSpPr>
        <p:spPr/>
        <p:txBody>
          <a:bodyPr rtlCol="0"/>
          <a:lstStyle/>
          <a:p>
            <a:pPr rtl="0"/>
            <a:fld id="{13D2E340-0663-474B-992C-9192B5C45E57}" type="slidenum">
              <a:rPr lang="en-GB" smtClean="0"/>
              <a:t>16</a:t>
            </a:fld>
            <a:endParaRPr lang="en-GB"/>
          </a:p>
        </p:txBody>
      </p:sp>
      <p:sp>
        <p:nvSpPr>
          <p:cNvPr id="2" name="Title 1">
            <a:extLst>
              <a:ext uri="{FF2B5EF4-FFF2-40B4-BE49-F238E27FC236}">
                <a16:creationId xmlns:a16="http://schemas.microsoft.com/office/drawing/2014/main" id="{0DD71B7C-1714-5F7C-11A5-D2C788A7767C}"/>
              </a:ext>
            </a:extLst>
          </p:cNvPr>
          <p:cNvSpPr txBox="1">
            <a:spLocks/>
          </p:cNvSpPr>
          <p:nvPr/>
        </p:nvSpPr>
        <p:spPr>
          <a:xfrm>
            <a:off x="407989" y="1220984"/>
            <a:ext cx="4065328"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3200" b="1" dirty="0"/>
              <a:t>Unacceptable Implications</a:t>
            </a:r>
            <a:endParaRPr lang="en-GB" sz="3200" dirty="0"/>
          </a:p>
        </p:txBody>
      </p:sp>
    </p:spTree>
    <p:extLst>
      <p:ext uri="{BB962C8B-B14F-4D97-AF65-F5344CB8AC3E}">
        <p14:creationId xmlns:p14="http://schemas.microsoft.com/office/powerpoint/2010/main" val="1337185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3BDBB-490C-21D7-AD60-057F169C5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23F05-3D40-CD2F-A710-126D69C68DFC}"/>
              </a:ext>
            </a:extLst>
          </p:cNvPr>
          <p:cNvSpPr>
            <a:spLocks noGrp="1"/>
          </p:cNvSpPr>
          <p:nvPr>
            <p:ph type="title"/>
          </p:nvPr>
        </p:nvSpPr>
        <p:spPr/>
        <p:txBody>
          <a:bodyPr rtlCol="0">
            <a:normAutofit fontScale="90000"/>
          </a:bodyPr>
          <a:lstStyle/>
          <a:p>
            <a:r>
              <a:rPr lang="en-US" sz="4400" b="1" dirty="0"/>
              <a:t>Unacceptable Implications</a:t>
            </a:r>
            <a:endParaRPr lang="en-GB" sz="4400" dirty="0"/>
          </a:p>
        </p:txBody>
      </p:sp>
      <p:sp>
        <p:nvSpPr>
          <p:cNvPr id="10" name="Slide Number Placeholder 9">
            <a:extLst>
              <a:ext uri="{FF2B5EF4-FFF2-40B4-BE49-F238E27FC236}">
                <a16:creationId xmlns:a16="http://schemas.microsoft.com/office/drawing/2014/main" id="{3B4984A1-F58D-9827-DA3E-B329B8A19908}"/>
              </a:ext>
            </a:extLst>
          </p:cNvPr>
          <p:cNvSpPr>
            <a:spLocks noGrp="1"/>
          </p:cNvSpPr>
          <p:nvPr>
            <p:ph type="sldNum" sz="quarter" idx="12"/>
          </p:nvPr>
        </p:nvSpPr>
        <p:spPr/>
        <p:txBody>
          <a:bodyPr rtlCol="0"/>
          <a:lstStyle/>
          <a:p>
            <a:pPr rtl="0"/>
            <a:fld id="{13D2E340-0663-474B-992C-9192B5C45E57}" type="slidenum">
              <a:rPr lang="en-GB" smtClean="0"/>
              <a:t>17</a:t>
            </a:fld>
            <a:endParaRPr lang="en-GB"/>
          </a:p>
        </p:txBody>
      </p:sp>
      <p:sp>
        <p:nvSpPr>
          <p:cNvPr id="41" name="TextBox 40">
            <a:extLst>
              <a:ext uri="{FF2B5EF4-FFF2-40B4-BE49-F238E27FC236}">
                <a16:creationId xmlns:a16="http://schemas.microsoft.com/office/drawing/2014/main" id="{C89A87D9-5A68-FF6A-CF23-1B35D417E51D}"/>
              </a:ext>
            </a:extLst>
          </p:cNvPr>
          <p:cNvSpPr txBox="1"/>
          <p:nvPr/>
        </p:nvSpPr>
        <p:spPr>
          <a:xfrm>
            <a:off x="5181599" y="559678"/>
            <a:ext cx="6602412" cy="5078614"/>
          </a:xfrm>
          <a:prstGeom prst="rect">
            <a:avLst/>
          </a:prstGeom>
          <a:noFill/>
        </p:spPr>
        <p:txBody>
          <a:bodyPr wrap="square" rtlCol="0">
            <a:noAutofit/>
          </a:bodyPr>
          <a:lstStyle/>
          <a:p>
            <a:pPr algn="just"/>
            <a:r>
              <a:rPr lang="en-GB" sz="2800" dirty="0">
                <a:latin typeface="Times New Roman" panose="02020603050405020304" pitchFamily="18" charset="0"/>
                <a:ea typeface="PMingLiU" panose="02020500000000000000" pitchFamily="18" charset="-120"/>
              </a:rPr>
              <a:t>There are two groups of campers, 6 in one group and 2 in another, both groups camping in a ravine but at some distance from one another. Heavy rains have caused a nearby dam to break and water is flooding into the ravine. Ian, a helicopter pilot, knows the location and size of each group, but he can save only one of the groups before the floodwaters reach the campers. The members of the group who aren’t rescued will drown. According to SC, if Ian chooses to save the 2 instead of the 6 he is doing nothing wrong.</a:t>
            </a:r>
          </a:p>
        </p:txBody>
      </p:sp>
    </p:spTree>
    <p:extLst>
      <p:ext uri="{BB962C8B-B14F-4D97-AF65-F5344CB8AC3E}">
        <p14:creationId xmlns:p14="http://schemas.microsoft.com/office/powerpoint/2010/main" val="3609285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5A033-96ED-23F2-708D-64665EAA472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25BE152-C1CF-04DE-757B-653B3C215612}"/>
              </a:ext>
            </a:extLst>
          </p:cNvPr>
          <p:cNvSpPr txBox="1"/>
          <p:nvPr/>
        </p:nvSpPr>
        <p:spPr>
          <a:xfrm>
            <a:off x="5181599" y="655100"/>
            <a:ext cx="6602412" cy="5575012"/>
          </a:xfrm>
          <a:prstGeom prst="rect">
            <a:avLst/>
          </a:prstGeom>
          <a:noFill/>
        </p:spPr>
        <p:txBody>
          <a:bodyPr wrap="square" rtlCol="0">
            <a:noAutofit/>
          </a:bodyPr>
          <a:lstStyle/>
          <a:p>
            <a:pPr marL="514350" indent="-514350">
              <a:buFont typeface="+mj-lt"/>
              <a:buAutoNum type="arabicPeriod"/>
            </a:pPr>
            <a:r>
              <a:rPr lang="en-GB" sz="3200" dirty="0">
                <a:latin typeface="Times New Roman" panose="02020603050405020304" pitchFamily="18" charset="0"/>
                <a:ea typeface="PMingLiU" panose="02020500000000000000" pitchFamily="18" charset="-120"/>
                <a:cs typeface="Times New Roman" panose="02020603050405020304" pitchFamily="18" charset="0"/>
              </a:rPr>
              <a:t>Alternative codes of rules for conduct aimed at governing the behaviour of a society’s individuals can be evaluated according to the value of the consequences associated with each of the alternative codes.</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cs typeface="Times New Roman" panose="02020603050405020304" pitchFamily="18" charset="0"/>
              </a:rPr>
              <a:t>The rightness or wrongness of an action depends on whether it is required or prohibited by an ideal code of rules. </a:t>
            </a: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E9B560F1-99D4-642C-F3AB-A206E299A379}"/>
              </a:ext>
            </a:extLst>
          </p:cNvPr>
          <p:cNvSpPr>
            <a:spLocks noGrp="1"/>
          </p:cNvSpPr>
          <p:nvPr>
            <p:ph type="sldNum" sz="quarter" idx="12"/>
          </p:nvPr>
        </p:nvSpPr>
        <p:spPr/>
        <p:txBody>
          <a:bodyPr rtlCol="0"/>
          <a:lstStyle/>
          <a:p>
            <a:pPr rtl="0"/>
            <a:fld id="{13D2E340-0663-474B-992C-9192B5C45E57}" type="slidenum">
              <a:rPr lang="en-GB" smtClean="0"/>
              <a:t>18</a:t>
            </a:fld>
            <a:endParaRPr lang="en-GB"/>
          </a:p>
        </p:txBody>
      </p:sp>
      <p:sp>
        <p:nvSpPr>
          <p:cNvPr id="2" name="Title 1">
            <a:extLst>
              <a:ext uri="{FF2B5EF4-FFF2-40B4-BE49-F238E27FC236}">
                <a16:creationId xmlns:a16="http://schemas.microsoft.com/office/drawing/2014/main" id="{B32F4C31-1E58-34D1-1712-8D743CC76747}"/>
              </a:ext>
            </a:extLst>
          </p:cNvPr>
          <p:cNvSpPr txBox="1">
            <a:spLocks/>
          </p:cNvSpPr>
          <p:nvPr/>
        </p:nvSpPr>
        <p:spPr>
          <a:xfrm>
            <a:off x="0" y="1220984"/>
            <a:ext cx="4473317" cy="2060835"/>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3600" b="1" dirty="0"/>
              <a:t>Rule Consequentialism</a:t>
            </a:r>
            <a:endParaRPr lang="en-GB" sz="3600" dirty="0"/>
          </a:p>
        </p:txBody>
      </p:sp>
    </p:spTree>
    <p:extLst>
      <p:ext uri="{BB962C8B-B14F-4D97-AF65-F5344CB8AC3E}">
        <p14:creationId xmlns:p14="http://schemas.microsoft.com/office/powerpoint/2010/main" val="458496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790BE-ED03-A479-6E8D-A045746A48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7B745-99DE-21FE-CBBA-84A780E3F7E1}"/>
              </a:ext>
            </a:extLst>
          </p:cNvPr>
          <p:cNvSpPr>
            <a:spLocks noGrp="1"/>
          </p:cNvSpPr>
          <p:nvPr>
            <p:ph type="title"/>
          </p:nvPr>
        </p:nvSpPr>
        <p:spPr>
          <a:xfrm>
            <a:off x="0" y="559677"/>
            <a:ext cx="4595906" cy="2521725"/>
          </a:xfrm>
        </p:spPr>
        <p:txBody>
          <a:bodyPr rtlCol="0">
            <a:normAutofit/>
          </a:bodyPr>
          <a:lstStyle/>
          <a:p>
            <a:r>
              <a:rPr lang="en-US" sz="3600" b="1" dirty="0"/>
              <a:t>Rule Consequentialism</a:t>
            </a:r>
            <a:br>
              <a:rPr lang="en-GB" sz="3600" dirty="0"/>
            </a:br>
            <a:endParaRPr lang="en-GB" sz="3600" dirty="0"/>
          </a:p>
        </p:txBody>
      </p:sp>
      <p:sp>
        <p:nvSpPr>
          <p:cNvPr id="10" name="Slide Number Placeholder 9">
            <a:extLst>
              <a:ext uri="{FF2B5EF4-FFF2-40B4-BE49-F238E27FC236}">
                <a16:creationId xmlns:a16="http://schemas.microsoft.com/office/drawing/2014/main" id="{85518A08-C94B-3764-5B99-F68013B81BA7}"/>
              </a:ext>
            </a:extLst>
          </p:cNvPr>
          <p:cNvSpPr>
            <a:spLocks noGrp="1"/>
          </p:cNvSpPr>
          <p:nvPr>
            <p:ph type="sldNum" sz="quarter" idx="12"/>
          </p:nvPr>
        </p:nvSpPr>
        <p:spPr/>
        <p:txBody>
          <a:bodyPr rtlCol="0"/>
          <a:lstStyle/>
          <a:p>
            <a:pPr rtl="0"/>
            <a:fld id="{13D2E340-0663-474B-992C-9192B5C45E57}" type="slidenum">
              <a:rPr lang="en-GB" smtClean="0"/>
              <a:t>19</a:t>
            </a:fld>
            <a:endParaRPr lang="en-GB"/>
          </a:p>
        </p:txBody>
      </p:sp>
      <p:sp>
        <p:nvSpPr>
          <p:cNvPr id="41" name="TextBox 40">
            <a:extLst>
              <a:ext uri="{FF2B5EF4-FFF2-40B4-BE49-F238E27FC236}">
                <a16:creationId xmlns:a16="http://schemas.microsoft.com/office/drawing/2014/main" id="{B88E10D4-EDDE-2CBD-7896-AA10D691CF83}"/>
              </a:ext>
            </a:extLst>
          </p:cNvPr>
          <p:cNvSpPr txBox="1"/>
          <p:nvPr/>
        </p:nvSpPr>
        <p:spPr>
          <a:xfrm>
            <a:off x="5181599" y="559678"/>
            <a:ext cx="6602412" cy="5078614"/>
          </a:xfrm>
          <a:prstGeom prst="rect">
            <a:avLst/>
          </a:prstGeom>
          <a:noFill/>
        </p:spPr>
        <p:txBody>
          <a:bodyPr wrap="square" rtlCol="0">
            <a:noAutofit/>
          </a:bodyPr>
          <a:lstStyle/>
          <a:p>
            <a:r>
              <a:rPr lang="en-US" sz="3200" i="1" dirty="0">
                <a:effectLst/>
                <a:latin typeface="Times New Roman" panose="02020603050405020304" pitchFamily="18" charset="0"/>
                <a:ea typeface="PMingLiU" panose="02020500000000000000" pitchFamily="18" charset="-120"/>
              </a:rPr>
              <a:t>RC: </a:t>
            </a:r>
            <a:r>
              <a:rPr lang="en-GB" sz="3200" i="1" dirty="0">
                <a:effectLst/>
                <a:latin typeface="Times New Roman" panose="02020603050405020304" pitchFamily="18" charset="0"/>
                <a:ea typeface="PMingLiU" panose="02020500000000000000" pitchFamily="18" charset="-120"/>
              </a:rPr>
              <a:t>An action A is right (not wrong) </a:t>
            </a:r>
            <a:r>
              <a:rPr lang="en-GB" sz="3200" i="1" dirty="0" err="1">
                <a:effectLst/>
                <a:latin typeface="Times New Roman" panose="02020603050405020304" pitchFamily="18" charset="0"/>
                <a:ea typeface="PMingLiU" panose="02020500000000000000" pitchFamily="18" charset="-120"/>
              </a:rPr>
              <a:t>iff</a:t>
            </a:r>
            <a:r>
              <a:rPr lang="en-GB" sz="3200" i="1" dirty="0">
                <a:effectLst/>
                <a:latin typeface="Times New Roman" panose="02020603050405020304" pitchFamily="18" charset="0"/>
                <a:ea typeface="PMingLiU" panose="02020500000000000000" pitchFamily="18" charset="-120"/>
              </a:rPr>
              <a:t> A is not prohibited by an ideal code of rules.</a:t>
            </a:r>
          </a:p>
          <a:p>
            <a:pPr marL="457200" indent="-457200">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How do we know which rules are </a:t>
            </a:r>
            <a:r>
              <a:rPr lang="en-GB" sz="3200" i="1" dirty="0">
                <a:effectLst/>
                <a:latin typeface="Times New Roman" panose="02020603050405020304" pitchFamily="18" charset="0"/>
                <a:ea typeface="PMingLiU" panose="02020500000000000000" pitchFamily="18" charset="-120"/>
              </a:rPr>
              <a:t>good</a:t>
            </a:r>
            <a:r>
              <a:rPr lang="en-GB" sz="3200" dirty="0">
                <a:effectLst/>
                <a:latin typeface="Times New Roman" panose="02020603050405020304" pitchFamily="18" charset="0"/>
                <a:ea typeface="PMingLiU" panose="02020500000000000000" pitchFamily="18" charset="-120"/>
              </a:rPr>
              <a:t>? </a:t>
            </a:r>
          </a:p>
          <a:p>
            <a:pPr marL="457200" indent="-457200">
              <a:buFont typeface="Arial" panose="020B0604020202020204" pitchFamily="34" charset="0"/>
              <a:buChar char="•"/>
            </a:pPr>
            <a:r>
              <a:rPr lang="en-US" sz="3200" dirty="0">
                <a:effectLst/>
                <a:latin typeface="Times New Roman" panose="02020603050405020304" pitchFamily="18" charset="0"/>
                <a:ea typeface="PMingLiU" panose="02020500000000000000" pitchFamily="18" charset="-120"/>
              </a:rPr>
              <a:t>Look at the </a:t>
            </a:r>
            <a:r>
              <a:rPr lang="en-GB" sz="3200" dirty="0">
                <a:effectLst/>
                <a:latin typeface="Times New Roman" panose="02020603050405020304" pitchFamily="18" charset="0"/>
                <a:ea typeface="PMingLiU" panose="02020500000000000000" pitchFamily="18" charset="-120"/>
              </a:rPr>
              <a:t>overall level of utility that would result if individuals were to internalize the rule in question</a:t>
            </a:r>
          </a:p>
          <a:p>
            <a:pPr marL="457200" indent="-457200">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An ideal code would be a set of rules whose value would be at least as great, if not greater, than alternative codes</a:t>
            </a:r>
            <a:endParaRPr lang="en-US" sz="32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239713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4F882-2A59-ED65-753B-83EA0C45E1C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A492148-4A77-4AF9-3210-0E70F03D3FB6}"/>
              </a:ext>
            </a:extLst>
          </p:cNvPr>
          <p:cNvSpPr txBox="1"/>
          <p:nvPr/>
        </p:nvSpPr>
        <p:spPr>
          <a:xfrm>
            <a:off x="5181599" y="655100"/>
            <a:ext cx="6602412" cy="5575012"/>
          </a:xfrm>
          <a:prstGeom prst="rect">
            <a:avLst/>
          </a:prstGeom>
          <a:noFill/>
        </p:spPr>
        <p:txBody>
          <a:bodyPr wrap="square" rtlCol="0">
            <a:noAutofit/>
          </a:bodyPr>
          <a:lstStyle/>
          <a:p>
            <a:r>
              <a:rPr lang="en-GB" sz="3200" i="1" dirty="0">
                <a:latin typeface="Times New Roman" panose="02020603050405020304" pitchFamily="18" charset="0"/>
                <a:ea typeface="PMingLiU" panose="02020500000000000000" pitchFamily="18" charset="-120"/>
                <a:cs typeface="Times New Roman" panose="02020603050405020304" pitchFamily="18" charset="0"/>
              </a:rPr>
              <a:t>Suppose that I have promised to help you clean out your garage on Saturday. </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Actions: </a:t>
            </a:r>
          </a:p>
          <a:p>
            <a:pPr marL="514350" indent="-514350">
              <a:buFont typeface="+mj-lt"/>
              <a:buAutoNum type="arabicPeriod"/>
            </a:pPr>
            <a:r>
              <a:rPr lang="en-GB" sz="2800" dirty="0">
                <a:latin typeface="Times New Roman" panose="02020603050405020304" pitchFamily="18" charset="0"/>
                <a:ea typeface="PMingLiU" panose="02020500000000000000" pitchFamily="18" charset="-120"/>
                <a:cs typeface="Times New Roman" panose="02020603050405020304" pitchFamily="18" charset="0"/>
              </a:rPr>
              <a:t>Keep my promise and help you out.</a:t>
            </a:r>
          </a:p>
          <a:p>
            <a:pPr marL="514350" indent="-514350">
              <a:buFont typeface="+mj-lt"/>
              <a:buAutoNum type="arabicPeriod"/>
            </a:pPr>
            <a:r>
              <a:rPr lang="en-GB" sz="2800" dirty="0">
                <a:latin typeface="Times New Roman" panose="02020603050405020304" pitchFamily="18" charset="0"/>
                <a:ea typeface="PMingLiU" panose="02020500000000000000" pitchFamily="18" charset="-120"/>
                <a:cs typeface="Times New Roman" panose="02020603050405020304" pitchFamily="18" charset="0"/>
              </a:rPr>
              <a:t>Break my promise and do something I’d prefer to do instead.</a:t>
            </a:r>
          </a:p>
          <a:p>
            <a:pPr marL="514350" indent="-514350">
              <a:buFont typeface="Arial" panose="020B0604020202020204" pitchFamily="34" charset="0"/>
              <a:buChar char="•"/>
            </a:pPr>
            <a:r>
              <a:rPr lang="en-US" sz="3200" dirty="0">
                <a:latin typeface="Times New Roman" panose="02020603050405020304" pitchFamily="18" charset="0"/>
                <a:ea typeface="PMingLiU" panose="02020500000000000000" pitchFamily="18" charset="-120"/>
                <a:cs typeface="Times New Roman" panose="02020603050405020304" pitchFamily="18" charset="0"/>
              </a:rPr>
              <a:t>Rules: </a:t>
            </a:r>
          </a:p>
          <a:p>
            <a:pPr marL="514350" indent="-514350">
              <a:buFont typeface="+mj-lt"/>
              <a:buAutoNum type="arabicPeriod"/>
            </a:pPr>
            <a:r>
              <a:rPr lang="en-GB" sz="2800" dirty="0">
                <a:solidFill>
                  <a:srgbClr val="FF0000"/>
                </a:solidFill>
                <a:latin typeface="Times New Roman" panose="02020603050405020304" pitchFamily="18" charset="0"/>
                <a:ea typeface="PMingLiU" panose="02020500000000000000" pitchFamily="18" charset="-120"/>
                <a:cs typeface="Times New Roman" panose="02020603050405020304" pitchFamily="18" charset="0"/>
              </a:rPr>
              <a:t>Whenever one has made a promise, one is to keep the promise.</a:t>
            </a:r>
          </a:p>
          <a:p>
            <a:pPr marL="514350" indent="-514350">
              <a:buFont typeface="+mj-lt"/>
              <a:buAutoNum type="arabicPeriod"/>
            </a:pPr>
            <a:r>
              <a:rPr lang="en-GB" sz="2800" dirty="0">
                <a:latin typeface="Times New Roman" panose="02020603050405020304" pitchFamily="18" charset="0"/>
                <a:ea typeface="PMingLiU" panose="02020500000000000000" pitchFamily="18" charset="-120"/>
                <a:cs typeface="Times New Roman" panose="02020603050405020304" pitchFamily="18" charset="0"/>
              </a:rPr>
              <a:t>Whenever one has made a promise, one may break the promise if one prefers to do so.</a:t>
            </a:r>
            <a:endParaRPr lang="en-US" sz="28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1EC76EBE-676F-B8F5-4E28-FE0975638C47}"/>
              </a:ext>
            </a:extLst>
          </p:cNvPr>
          <p:cNvSpPr>
            <a:spLocks noGrp="1"/>
          </p:cNvSpPr>
          <p:nvPr>
            <p:ph type="sldNum" sz="quarter" idx="12"/>
          </p:nvPr>
        </p:nvSpPr>
        <p:spPr/>
        <p:txBody>
          <a:bodyPr rtlCol="0"/>
          <a:lstStyle/>
          <a:p>
            <a:pPr rtl="0"/>
            <a:fld id="{13D2E340-0663-474B-992C-9192B5C45E57}" type="slidenum">
              <a:rPr lang="en-GB" smtClean="0"/>
              <a:t>20</a:t>
            </a:fld>
            <a:endParaRPr lang="en-GB"/>
          </a:p>
        </p:txBody>
      </p:sp>
      <p:sp>
        <p:nvSpPr>
          <p:cNvPr id="2" name="Title 1">
            <a:extLst>
              <a:ext uri="{FF2B5EF4-FFF2-40B4-BE49-F238E27FC236}">
                <a16:creationId xmlns:a16="http://schemas.microsoft.com/office/drawing/2014/main" id="{7274424F-3831-FEAB-C558-7A98B93F023A}"/>
              </a:ext>
            </a:extLst>
          </p:cNvPr>
          <p:cNvSpPr txBox="1">
            <a:spLocks/>
          </p:cNvSpPr>
          <p:nvPr/>
        </p:nvSpPr>
        <p:spPr>
          <a:xfrm>
            <a:off x="0" y="1220984"/>
            <a:ext cx="4473317" cy="2060835"/>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3600" b="1" dirty="0"/>
              <a:t>Rule Consequentialism</a:t>
            </a:r>
            <a:endParaRPr lang="en-GB" sz="3600" dirty="0"/>
          </a:p>
        </p:txBody>
      </p:sp>
    </p:spTree>
    <p:extLst>
      <p:ext uri="{BB962C8B-B14F-4D97-AF65-F5344CB8AC3E}">
        <p14:creationId xmlns:p14="http://schemas.microsoft.com/office/powerpoint/2010/main" val="1136522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162A8-7287-6BB0-B178-FC67FAC409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A4F810-AFD1-16D9-87D3-E671F3EA66D1}"/>
              </a:ext>
            </a:extLst>
          </p:cNvPr>
          <p:cNvSpPr>
            <a:spLocks noGrp="1"/>
          </p:cNvSpPr>
          <p:nvPr>
            <p:ph type="title"/>
          </p:nvPr>
        </p:nvSpPr>
        <p:spPr>
          <a:xfrm>
            <a:off x="0" y="559677"/>
            <a:ext cx="4595906" cy="2521725"/>
          </a:xfrm>
        </p:spPr>
        <p:txBody>
          <a:bodyPr rtlCol="0">
            <a:normAutofit/>
          </a:bodyPr>
          <a:lstStyle/>
          <a:p>
            <a:r>
              <a:rPr lang="en-US" sz="3600" b="1" dirty="0"/>
              <a:t>Rule Consequentialism</a:t>
            </a:r>
            <a:br>
              <a:rPr lang="en-GB" sz="3600" dirty="0"/>
            </a:br>
            <a:endParaRPr lang="en-GB" sz="3600" dirty="0"/>
          </a:p>
        </p:txBody>
      </p:sp>
      <p:sp>
        <p:nvSpPr>
          <p:cNvPr id="10" name="Slide Number Placeholder 9">
            <a:extLst>
              <a:ext uri="{FF2B5EF4-FFF2-40B4-BE49-F238E27FC236}">
                <a16:creationId xmlns:a16="http://schemas.microsoft.com/office/drawing/2014/main" id="{4BDD1CED-5B8A-72A9-AA96-0DD2417A62BC}"/>
              </a:ext>
            </a:extLst>
          </p:cNvPr>
          <p:cNvSpPr>
            <a:spLocks noGrp="1"/>
          </p:cNvSpPr>
          <p:nvPr>
            <p:ph type="sldNum" sz="quarter" idx="12"/>
          </p:nvPr>
        </p:nvSpPr>
        <p:spPr/>
        <p:txBody>
          <a:bodyPr rtlCol="0"/>
          <a:lstStyle/>
          <a:p>
            <a:pPr rtl="0"/>
            <a:fld id="{13D2E340-0663-474B-992C-9192B5C45E57}" type="slidenum">
              <a:rPr lang="en-GB" smtClean="0"/>
              <a:t>21</a:t>
            </a:fld>
            <a:endParaRPr lang="en-GB"/>
          </a:p>
        </p:txBody>
      </p:sp>
      <p:sp>
        <p:nvSpPr>
          <p:cNvPr id="41" name="TextBox 40">
            <a:extLst>
              <a:ext uri="{FF2B5EF4-FFF2-40B4-BE49-F238E27FC236}">
                <a16:creationId xmlns:a16="http://schemas.microsoft.com/office/drawing/2014/main" id="{E9080BC7-6E8A-F90B-A12B-C70B5E08BD23}"/>
              </a:ext>
            </a:extLst>
          </p:cNvPr>
          <p:cNvSpPr txBox="1"/>
          <p:nvPr/>
        </p:nvSpPr>
        <p:spPr>
          <a:xfrm>
            <a:off x="5181599" y="559678"/>
            <a:ext cx="6602412" cy="5078614"/>
          </a:xfrm>
          <a:prstGeom prst="rect">
            <a:avLst/>
          </a:prstGeom>
          <a:noFill/>
        </p:spPr>
        <p:txBody>
          <a:bodyPr wrap="square" rtlCol="0">
            <a:noAutofit/>
          </a:bodyPr>
          <a:lstStyle/>
          <a:p>
            <a:r>
              <a:rPr lang="en-US" sz="3200" i="1" dirty="0">
                <a:effectLst/>
                <a:latin typeface="Times New Roman" panose="02020603050405020304" pitchFamily="18" charset="0"/>
                <a:ea typeface="PMingLiU" panose="02020500000000000000" pitchFamily="18" charset="-120"/>
              </a:rPr>
              <a:t>Medical Sacrifice</a:t>
            </a:r>
          </a:p>
          <a:p>
            <a:pPr marL="514350" indent="-514350">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A rule that permits physicians to sacrifice innocent people would predictably have a lower acceptance utility than a rule prohibiting such courses of action. </a:t>
            </a:r>
          </a:p>
          <a:p>
            <a:r>
              <a:rPr lang="en-GB" sz="3200" i="1" dirty="0">
                <a:effectLst/>
                <a:latin typeface="Times New Roman" panose="02020603050405020304" pitchFamily="18" charset="0"/>
                <a:ea typeface="PMingLiU" panose="02020500000000000000" pitchFamily="18" charset="-120"/>
              </a:rPr>
              <a:t>Demandingness</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Given the deep-seated disposition of human beings to favour themselves and those close to them, the costs of  internalizing a rule of strict impartiality would be greater. </a:t>
            </a:r>
            <a:endParaRPr lang="en-GB" sz="32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9376366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BE204-31D8-9564-AB10-54BE0A89553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8A0B68D-1828-1DCD-39BD-EC084DA9C428}"/>
              </a:ext>
            </a:extLst>
          </p:cNvPr>
          <p:cNvSpPr txBox="1"/>
          <p:nvPr/>
        </p:nvSpPr>
        <p:spPr>
          <a:xfrm>
            <a:off x="5181599" y="655100"/>
            <a:ext cx="6602412" cy="5575012"/>
          </a:xfrm>
          <a:prstGeom prst="rect">
            <a:avLst/>
          </a:prstGeom>
          <a:noFill/>
        </p:spPr>
        <p:txBody>
          <a:bodyPr wrap="square" rtlCol="0">
            <a:noAutofit/>
          </a:bodyPr>
          <a:lstStyle/>
          <a:p>
            <a:r>
              <a:rPr lang="en-GB" sz="3200" i="1" dirty="0">
                <a:latin typeface="Times New Roman" panose="02020603050405020304" pitchFamily="18" charset="0"/>
                <a:ea typeface="PMingLiU" panose="02020500000000000000" pitchFamily="18" charset="-120"/>
                <a:cs typeface="Times New Roman" panose="02020603050405020304" pitchFamily="18" charset="0"/>
              </a:rPr>
              <a:t>A Worry </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Presumably, a more complex rule R3, would have a higher value than R1. </a:t>
            </a:r>
          </a:p>
          <a:p>
            <a:pPr marL="457200" indent="-457200">
              <a:buFont typeface="Arial" panose="020B0604020202020204" pitchFamily="34" charset="0"/>
              <a:buChar char="•"/>
            </a:pPr>
            <a:r>
              <a:rPr lang="en-GB" sz="3200" i="1" dirty="0">
                <a:latin typeface="Times New Roman" panose="02020603050405020304" pitchFamily="18" charset="0"/>
                <a:ea typeface="PMingLiU" panose="02020500000000000000" pitchFamily="18" charset="-120"/>
                <a:cs typeface="Times New Roman" panose="02020603050405020304" pitchFamily="18" charset="0"/>
              </a:rPr>
              <a:t>R3: Whenever one has made a promise, one will keep the promise unless by breaking it one can save innocent lives.</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This suggests that, in principle, under other circumstances, a more complex rule can be formulated to produce better results.</a:t>
            </a:r>
          </a:p>
        </p:txBody>
      </p:sp>
      <p:sp>
        <p:nvSpPr>
          <p:cNvPr id="5" name="Slide Number Placeholder 4">
            <a:extLst>
              <a:ext uri="{FF2B5EF4-FFF2-40B4-BE49-F238E27FC236}">
                <a16:creationId xmlns:a16="http://schemas.microsoft.com/office/drawing/2014/main" id="{E4C78F4F-0F69-C541-E292-137C5655479C}"/>
              </a:ext>
            </a:extLst>
          </p:cNvPr>
          <p:cNvSpPr>
            <a:spLocks noGrp="1"/>
          </p:cNvSpPr>
          <p:nvPr>
            <p:ph type="sldNum" sz="quarter" idx="12"/>
          </p:nvPr>
        </p:nvSpPr>
        <p:spPr/>
        <p:txBody>
          <a:bodyPr rtlCol="0"/>
          <a:lstStyle/>
          <a:p>
            <a:pPr rtl="0"/>
            <a:fld id="{13D2E340-0663-474B-992C-9192B5C45E57}" type="slidenum">
              <a:rPr lang="en-GB" smtClean="0"/>
              <a:t>22</a:t>
            </a:fld>
            <a:endParaRPr lang="en-GB"/>
          </a:p>
        </p:txBody>
      </p:sp>
      <p:sp>
        <p:nvSpPr>
          <p:cNvPr id="2" name="Title 1">
            <a:extLst>
              <a:ext uri="{FF2B5EF4-FFF2-40B4-BE49-F238E27FC236}">
                <a16:creationId xmlns:a16="http://schemas.microsoft.com/office/drawing/2014/main" id="{228C0C88-0A68-5A10-75DC-867A2D21366F}"/>
              </a:ext>
            </a:extLst>
          </p:cNvPr>
          <p:cNvSpPr txBox="1">
            <a:spLocks/>
          </p:cNvSpPr>
          <p:nvPr/>
        </p:nvSpPr>
        <p:spPr>
          <a:xfrm>
            <a:off x="0" y="1220984"/>
            <a:ext cx="4473317" cy="2060835"/>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3600" b="1" dirty="0"/>
              <a:t>Rule Consequentialism</a:t>
            </a:r>
            <a:endParaRPr lang="en-GB" sz="3600" dirty="0"/>
          </a:p>
        </p:txBody>
      </p:sp>
    </p:spTree>
    <p:extLst>
      <p:ext uri="{BB962C8B-B14F-4D97-AF65-F5344CB8AC3E}">
        <p14:creationId xmlns:p14="http://schemas.microsoft.com/office/powerpoint/2010/main" val="28853258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45093-EBB8-0F18-9842-270C793353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1975A7-7272-C5C1-9A1C-296BCFE06374}"/>
              </a:ext>
            </a:extLst>
          </p:cNvPr>
          <p:cNvSpPr>
            <a:spLocks noGrp="1"/>
          </p:cNvSpPr>
          <p:nvPr>
            <p:ph type="title"/>
          </p:nvPr>
        </p:nvSpPr>
        <p:spPr>
          <a:xfrm>
            <a:off x="0" y="559677"/>
            <a:ext cx="4595906" cy="2521725"/>
          </a:xfrm>
        </p:spPr>
        <p:txBody>
          <a:bodyPr rtlCol="0">
            <a:normAutofit/>
          </a:bodyPr>
          <a:lstStyle/>
          <a:p>
            <a:r>
              <a:rPr lang="en-US" sz="3600" b="1" dirty="0"/>
              <a:t>Rule Consequentialism</a:t>
            </a:r>
            <a:br>
              <a:rPr lang="en-GB" sz="3600" dirty="0"/>
            </a:br>
            <a:endParaRPr lang="en-GB" sz="3600" dirty="0"/>
          </a:p>
        </p:txBody>
      </p:sp>
      <p:sp>
        <p:nvSpPr>
          <p:cNvPr id="10" name="Slide Number Placeholder 9">
            <a:extLst>
              <a:ext uri="{FF2B5EF4-FFF2-40B4-BE49-F238E27FC236}">
                <a16:creationId xmlns:a16="http://schemas.microsoft.com/office/drawing/2014/main" id="{A3A78AE2-E16B-D04D-C72B-B20CA853C462}"/>
              </a:ext>
            </a:extLst>
          </p:cNvPr>
          <p:cNvSpPr>
            <a:spLocks noGrp="1"/>
          </p:cNvSpPr>
          <p:nvPr>
            <p:ph type="sldNum" sz="quarter" idx="12"/>
          </p:nvPr>
        </p:nvSpPr>
        <p:spPr/>
        <p:txBody>
          <a:bodyPr rtlCol="0"/>
          <a:lstStyle/>
          <a:p>
            <a:pPr rtl="0"/>
            <a:fld id="{13D2E340-0663-474B-992C-9192B5C45E57}" type="slidenum">
              <a:rPr lang="en-GB" smtClean="0"/>
              <a:t>23</a:t>
            </a:fld>
            <a:endParaRPr lang="en-GB"/>
          </a:p>
        </p:txBody>
      </p:sp>
      <p:sp>
        <p:nvSpPr>
          <p:cNvPr id="41" name="TextBox 40">
            <a:extLst>
              <a:ext uri="{FF2B5EF4-FFF2-40B4-BE49-F238E27FC236}">
                <a16:creationId xmlns:a16="http://schemas.microsoft.com/office/drawing/2014/main" id="{DEBD13A4-78B9-F40A-16F6-CC9A43C448DF}"/>
              </a:ext>
            </a:extLst>
          </p:cNvPr>
          <p:cNvSpPr txBox="1"/>
          <p:nvPr/>
        </p:nvSpPr>
        <p:spPr>
          <a:xfrm>
            <a:off x="5181599" y="559678"/>
            <a:ext cx="6602412" cy="5078614"/>
          </a:xfrm>
          <a:prstGeom prst="rect">
            <a:avLst/>
          </a:prstGeom>
          <a:noFill/>
        </p:spPr>
        <p:txBody>
          <a:bodyPr wrap="square" rtlCol="0">
            <a:noAutofit/>
          </a:bodyPr>
          <a:lstStyle/>
          <a:p>
            <a:r>
              <a:rPr lang="en-GB" sz="3200" i="1" dirty="0">
                <a:effectLst/>
                <a:latin typeface="Times New Roman" panose="02020603050405020304" pitchFamily="18" charset="0"/>
                <a:ea typeface="PMingLiU" panose="02020500000000000000" pitchFamily="18" charset="-120"/>
              </a:rPr>
              <a:t>R4: Whenever one has made a promise, one will keep it unless there is some alternative action open to the agent which, in the situation, would produce a greater amount of value. </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However, this rule is “extensionally equivalent” to act consequentialism—that is, it will necessarily agree with act consequentialism about the deontic status of actions. </a:t>
            </a:r>
            <a:endParaRPr lang="en-GB" sz="32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31722743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5E48E-BBEF-B79C-60F5-87E31CFDC1E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30928F6-1683-8B6C-647A-3EFC39129769}"/>
              </a:ext>
            </a:extLst>
          </p:cNvPr>
          <p:cNvSpPr txBox="1"/>
          <p:nvPr/>
        </p:nvSpPr>
        <p:spPr>
          <a:xfrm>
            <a:off x="5181599" y="655100"/>
            <a:ext cx="6602412" cy="5575012"/>
          </a:xfrm>
          <a:prstGeom prst="rect">
            <a:avLst/>
          </a:prstGeom>
          <a:noFill/>
        </p:spPr>
        <p:txBody>
          <a:bodyPr wrap="square" rtlCol="0">
            <a:noAutofit/>
          </a:bodyPr>
          <a:lstStyle/>
          <a:p>
            <a:r>
              <a:rPr lang="en-GB" sz="3200" i="1" dirty="0">
                <a:latin typeface="Times New Roman" panose="02020603050405020304" pitchFamily="18" charset="0"/>
                <a:ea typeface="PMingLiU" panose="02020500000000000000" pitchFamily="18" charset="-120"/>
                <a:cs typeface="Times New Roman" panose="02020603050405020304" pitchFamily="18" charset="0"/>
              </a:rPr>
              <a:t>Consequentialism without Hedonism? </a:t>
            </a:r>
          </a:p>
          <a:p>
            <a:pPr marL="457200" indent="-457200" algn="just">
              <a:buFont typeface="Arial" panose="020B0604020202020204" pitchFamily="34" charset="0"/>
              <a:buChar char="•"/>
            </a:pPr>
            <a:r>
              <a:rPr lang="en-GB" sz="2800" dirty="0">
                <a:latin typeface="Times New Roman" panose="02020603050405020304" pitchFamily="18" charset="0"/>
                <a:ea typeface="PMingLiU" panose="02020500000000000000" pitchFamily="18" charset="-120"/>
                <a:cs typeface="Times New Roman" panose="02020603050405020304" pitchFamily="18" charset="0"/>
              </a:rPr>
              <a:t>“Suppose there were an experience machine that would give you any experience you desired. </a:t>
            </a:r>
            <a:r>
              <a:rPr lang="en-GB" sz="2800" dirty="0" err="1">
                <a:latin typeface="Times New Roman" panose="02020603050405020304" pitchFamily="18" charset="0"/>
                <a:ea typeface="PMingLiU" panose="02020500000000000000" pitchFamily="18" charset="-120"/>
                <a:cs typeface="Times New Roman" panose="02020603050405020304" pitchFamily="18" charset="0"/>
              </a:rPr>
              <a:t>Superduper</a:t>
            </a:r>
            <a:r>
              <a:rPr lang="en-GB" sz="2800" dirty="0">
                <a:latin typeface="Times New Roman" panose="02020603050405020304" pitchFamily="18" charset="0"/>
                <a:ea typeface="PMingLiU" panose="02020500000000000000" pitchFamily="18" charset="-120"/>
                <a:cs typeface="Times New Roman" panose="02020603050405020304" pitchFamily="18" charset="0"/>
              </a:rPr>
              <a:t> neuroscientists could stimulate your brain so that you would think and feel you were writing a great novel, or making a friend, or reading an interesting book. All the time you would be floating in a tank, with electrodes attached to your brain. Should you plug into this machine for life, pre-programming your life’s experiences?” (Nozick 1974, 42)</a:t>
            </a:r>
          </a:p>
        </p:txBody>
      </p:sp>
      <p:sp>
        <p:nvSpPr>
          <p:cNvPr id="5" name="Slide Number Placeholder 4">
            <a:extLst>
              <a:ext uri="{FF2B5EF4-FFF2-40B4-BE49-F238E27FC236}">
                <a16:creationId xmlns:a16="http://schemas.microsoft.com/office/drawing/2014/main" id="{08528AB5-F0FA-BEAF-535B-ADF48891B10F}"/>
              </a:ext>
            </a:extLst>
          </p:cNvPr>
          <p:cNvSpPr>
            <a:spLocks noGrp="1"/>
          </p:cNvSpPr>
          <p:nvPr>
            <p:ph type="sldNum" sz="quarter" idx="12"/>
          </p:nvPr>
        </p:nvSpPr>
        <p:spPr/>
        <p:txBody>
          <a:bodyPr rtlCol="0"/>
          <a:lstStyle/>
          <a:p>
            <a:pPr rtl="0"/>
            <a:fld id="{13D2E340-0663-474B-992C-9192B5C45E57}" type="slidenum">
              <a:rPr lang="en-GB" smtClean="0"/>
              <a:t>24</a:t>
            </a:fld>
            <a:endParaRPr lang="en-GB"/>
          </a:p>
        </p:txBody>
      </p:sp>
      <p:sp>
        <p:nvSpPr>
          <p:cNvPr id="2" name="Title 1">
            <a:extLst>
              <a:ext uri="{FF2B5EF4-FFF2-40B4-BE49-F238E27FC236}">
                <a16:creationId xmlns:a16="http://schemas.microsoft.com/office/drawing/2014/main" id="{540DA695-A537-346D-79B5-91C235B7CD2C}"/>
              </a:ext>
            </a:extLst>
          </p:cNvPr>
          <p:cNvSpPr txBox="1">
            <a:spLocks/>
          </p:cNvSpPr>
          <p:nvPr/>
        </p:nvSpPr>
        <p:spPr>
          <a:xfrm>
            <a:off x="407989" y="1220985"/>
            <a:ext cx="4065328" cy="1710106"/>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400" b="1" dirty="0"/>
              <a:t>Alternative Theories of Value</a:t>
            </a:r>
            <a:endParaRPr lang="en-GB" sz="4400" dirty="0"/>
          </a:p>
        </p:txBody>
      </p:sp>
    </p:spTree>
    <p:extLst>
      <p:ext uri="{BB962C8B-B14F-4D97-AF65-F5344CB8AC3E}">
        <p14:creationId xmlns:p14="http://schemas.microsoft.com/office/powerpoint/2010/main" val="9381014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5D2F9-3EB7-A390-CFE9-7E4DB3FA4B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D430F2-9F11-7A51-F676-8410EAEB8EDD}"/>
              </a:ext>
            </a:extLst>
          </p:cNvPr>
          <p:cNvSpPr>
            <a:spLocks noGrp="1"/>
          </p:cNvSpPr>
          <p:nvPr>
            <p:ph type="title"/>
          </p:nvPr>
        </p:nvSpPr>
        <p:spPr>
          <a:xfrm>
            <a:off x="407988" y="559677"/>
            <a:ext cx="4187917" cy="2158471"/>
          </a:xfrm>
        </p:spPr>
        <p:txBody>
          <a:bodyPr rtlCol="0">
            <a:normAutofit/>
          </a:bodyPr>
          <a:lstStyle/>
          <a:p>
            <a:r>
              <a:rPr lang="en-GB" sz="4000" b="1" dirty="0"/>
              <a:t>Alternative Theories of Value</a:t>
            </a:r>
            <a:endParaRPr lang="en-GB" sz="4000" dirty="0"/>
          </a:p>
        </p:txBody>
      </p:sp>
      <p:sp>
        <p:nvSpPr>
          <p:cNvPr id="10" name="Slide Number Placeholder 9">
            <a:extLst>
              <a:ext uri="{FF2B5EF4-FFF2-40B4-BE49-F238E27FC236}">
                <a16:creationId xmlns:a16="http://schemas.microsoft.com/office/drawing/2014/main" id="{A761EBD6-1146-2827-7F0C-4E771C8C52A0}"/>
              </a:ext>
            </a:extLst>
          </p:cNvPr>
          <p:cNvSpPr>
            <a:spLocks noGrp="1"/>
          </p:cNvSpPr>
          <p:nvPr>
            <p:ph type="sldNum" sz="quarter" idx="12"/>
          </p:nvPr>
        </p:nvSpPr>
        <p:spPr/>
        <p:txBody>
          <a:bodyPr rtlCol="0"/>
          <a:lstStyle/>
          <a:p>
            <a:pPr rtl="0"/>
            <a:fld id="{13D2E340-0663-474B-992C-9192B5C45E57}" type="slidenum">
              <a:rPr lang="en-GB" smtClean="0"/>
              <a:t>25</a:t>
            </a:fld>
            <a:endParaRPr lang="en-GB"/>
          </a:p>
        </p:txBody>
      </p:sp>
      <p:sp>
        <p:nvSpPr>
          <p:cNvPr id="41" name="TextBox 40">
            <a:extLst>
              <a:ext uri="{FF2B5EF4-FFF2-40B4-BE49-F238E27FC236}">
                <a16:creationId xmlns:a16="http://schemas.microsoft.com/office/drawing/2014/main" id="{62A4F403-E508-08A1-64D6-F77400572E34}"/>
              </a:ext>
            </a:extLst>
          </p:cNvPr>
          <p:cNvSpPr txBox="1"/>
          <p:nvPr/>
        </p:nvSpPr>
        <p:spPr>
          <a:xfrm>
            <a:off x="5181599" y="559678"/>
            <a:ext cx="6602412" cy="5078614"/>
          </a:xfrm>
          <a:prstGeom prst="rect">
            <a:avLst/>
          </a:prstGeom>
          <a:noFill/>
        </p:spPr>
        <p:txBody>
          <a:bodyPr wrap="square" rtlCol="0">
            <a:noAutofit/>
          </a:bodyPr>
          <a:lstStyle/>
          <a:p>
            <a:r>
              <a:rPr lang="en-GB" sz="3200" i="1" dirty="0">
                <a:effectLst/>
                <a:latin typeface="Times New Roman" panose="02020603050405020304" pitchFamily="18" charset="0"/>
                <a:ea typeface="PMingLiU" panose="02020500000000000000" pitchFamily="18" charset="-120"/>
              </a:rPr>
              <a:t>Desire </a:t>
            </a:r>
            <a:r>
              <a:rPr lang="en-GB" sz="3200" i="1" dirty="0" err="1">
                <a:effectLst/>
                <a:latin typeface="Times New Roman" panose="02020603050405020304" pitchFamily="18" charset="0"/>
                <a:ea typeface="PMingLiU" panose="02020500000000000000" pitchFamily="18" charset="-120"/>
              </a:rPr>
              <a:t>Fulfillment</a:t>
            </a:r>
            <a:r>
              <a:rPr lang="en-GB" sz="3200" i="1" dirty="0">
                <a:effectLst/>
                <a:latin typeface="Times New Roman" panose="02020603050405020304" pitchFamily="18" charset="0"/>
                <a:ea typeface="PMingLiU" panose="02020500000000000000" pitchFamily="18" charset="-120"/>
              </a:rPr>
              <a:t> Consequentialism </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An action A in C is </a:t>
            </a:r>
            <a:r>
              <a:rPr lang="en-GB" sz="3200" i="1" dirty="0">
                <a:latin typeface="Times New Roman" panose="02020603050405020304" pitchFamily="18" charset="0"/>
                <a:ea typeface="PMingLiU" panose="02020500000000000000" pitchFamily="18" charset="-120"/>
              </a:rPr>
              <a:t>right</a:t>
            </a:r>
            <a:r>
              <a:rPr lang="en-GB" sz="3200" dirty="0">
                <a:latin typeface="Times New Roman" panose="02020603050405020304" pitchFamily="18" charset="0"/>
                <a:ea typeface="PMingLiU" panose="02020500000000000000" pitchFamily="18" charset="-120"/>
              </a:rPr>
              <a:t> </a:t>
            </a:r>
            <a:r>
              <a:rPr lang="en-GB" sz="3200" dirty="0" err="1">
                <a:latin typeface="Times New Roman" panose="02020603050405020304" pitchFamily="18" charset="0"/>
                <a:ea typeface="PMingLiU" panose="02020500000000000000" pitchFamily="18" charset="-120"/>
              </a:rPr>
              <a:t>iff</a:t>
            </a:r>
            <a:r>
              <a:rPr lang="en-GB" sz="3200" dirty="0">
                <a:latin typeface="Times New Roman" panose="02020603050405020304" pitchFamily="18" charset="0"/>
                <a:ea typeface="PMingLiU" panose="02020500000000000000" pitchFamily="18" charset="-120"/>
              </a:rPr>
              <a:t> doing A in C would result in at least as much general desire </a:t>
            </a:r>
            <a:r>
              <a:rPr lang="en-GB" sz="3200" dirty="0" err="1">
                <a:latin typeface="Times New Roman" panose="02020603050405020304" pitchFamily="18" charset="0"/>
                <a:ea typeface="PMingLiU" panose="02020500000000000000" pitchFamily="18" charset="-120"/>
              </a:rPr>
              <a:t>fulfillment</a:t>
            </a:r>
            <a:r>
              <a:rPr lang="en-GB" sz="3200" dirty="0">
                <a:latin typeface="Times New Roman" panose="02020603050405020304" pitchFamily="18" charset="0"/>
                <a:ea typeface="PMingLiU" panose="02020500000000000000" pitchFamily="18" charset="-120"/>
              </a:rPr>
              <a:t> as any alternative action that the agent could perform instead.</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But not all fulfilments of desires contribute to one’s welfare. </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Also, the fulfilment of horrendous desires does not seem to be of intrinsic value.</a:t>
            </a:r>
          </a:p>
        </p:txBody>
      </p:sp>
    </p:spTree>
    <p:extLst>
      <p:ext uri="{BB962C8B-B14F-4D97-AF65-F5344CB8AC3E}">
        <p14:creationId xmlns:p14="http://schemas.microsoft.com/office/powerpoint/2010/main" val="1501678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C5995-5F54-7DF7-CEAF-75A88239FB1C}"/>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045C1D2A-BFDC-B49F-85D0-8329D688DE7E}"/>
              </a:ext>
            </a:extLst>
          </p:cNvPr>
          <p:cNvSpPr txBox="1"/>
          <p:nvPr/>
        </p:nvSpPr>
        <p:spPr>
          <a:xfrm>
            <a:off x="5181599" y="655100"/>
            <a:ext cx="6602412" cy="5575012"/>
          </a:xfrm>
          <a:prstGeom prst="rect">
            <a:avLst/>
          </a:prstGeom>
          <a:noFill/>
        </p:spPr>
        <p:txBody>
          <a:bodyPr wrap="square" rtlCol="0">
            <a:noAutofit/>
          </a:bodyPr>
          <a:lstStyle/>
          <a:p>
            <a:r>
              <a:rPr lang="en-GB" sz="3200" i="1" dirty="0">
                <a:latin typeface="Times New Roman" panose="02020603050405020304" pitchFamily="18" charset="0"/>
                <a:ea typeface="PMingLiU" panose="02020500000000000000" pitchFamily="18" charset="-120"/>
              </a:rPr>
              <a:t>Non-welfarist versions of consequentialism?</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Perfectionist consequentialism</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Certain states make a person’s life good without necessarily contributing to a person’s welfare or happiness</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Such a form of act consequentialism would be closer to the version of natural law theory associated with Aquinas.</a:t>
            </a:r>
          </a:p>
        </p:txBody>
      </p:sp>
      <p:sp>
        <p:nvSpPr>
          <p:cNvPr id="5" name="Slide Number Placeholder 4">
            <a:extLst>
              <a:ext uri="{FF2B5EF4-FFF2-40B4-BE49-F238E27FC236}">
                <a16:creationId xmlns:a16="http://schemas.microsoft.com/office/drawing/2014/main" id="{BAB54262-049B-F659-8911-ABFDE1E1DF63}"/>
              </a:ext>
            </a:extLst>
          </p:cNvPr>
          <p:cNvSpPr>
            <a:spLocks noGrp="1"/>
          </p:cNvSpPr>
          <p:nvPr>
            <p:ph type="sldNum" sz="quarter" idx="12"/>
          </p:nvPr>
        </p:nvSpPr>
        <p:spPr/>
        <p:txBody>
          <a:bodyPr rtlCol="0"/>
          <a:lstStyle/>
          <a:p>
            <a:pPr rtl="0"/>
            <a:fld id="{13D2E340-0663-474B-992C-9192B5C45E57}" type="slidenum">
              <a:rPr lang="en-GB" smtClean="0"/>
              <a:t>26</a:t>
            </a:fld>
            <a:endParaRPr lang="en-GB"/>
          </a:p>
        </p:txBody>
      </p:sp>
      <p:sp>
        <p:nvSpPr>
          <p:cNvPr id="2" name="Title 1">
            <a:extLst>
              <a:ext uri="{FF2B5EF4-FFF2-40B4-BE49-F238E27FC236}">
                <a16:creationId xmlns:a16="http://schemas.microsoft.com/office/drawing/2014/main" id="{1AAC0444-50D5-660B-D089-F35965E9DFED}"/>
              </a:ext>
            </a:extLst>
          </p:cNvPr>
          <p:cNvSpPr txBox="1">
            <a:spLocks/>
          </p:cNvSpPr>
          <p:nvPr/>
        </p:nvSpPr>
        <p:spPr>
          <a:xfrm>
            <a:off x="407989" y="1220985"/>
            <a:ext cx="4065328" cy="1710106"/>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400" b="1" dirty="0"/>
              <a:t>Alternative Theories of Value</a:t>
            </a:r>
            <a:endParaRPr lang="en-GB" sz="4400" dirty="0"/>
          </a:p>
        </p:txBody>
      </p:sp>
    </p:spTree>
    <p:extLst>
      <p:ext uri="{BB962C8B-B14F-4D97-AF65-F5344CB8AC3E}">
        <p14:creationId xmlns:p14="http://schemas.microsoft.com/office/powerpoint/2010/main" val="552354148"/>
      </p:ext>
    </p:extLst>
  </p:cSld>
  <p:clrMapOvr>
    <a:masterClrMapping/>
  </p:clrMapOvr>
</p:sld>
</file>

<file path=ppt/theme/theme1.xml><?xml version="1.0" encoding="utf-8"?>
<a:theme xmlns:a="http://schemas.openxmlformats.org/drawingml/2006/main" name="Headlines">
  <a:themeElements>
    <a:clrScheme name="Headlines">
      <a:dk1>
        <a:sysClr val="windowText" lastClr="000000"/>
      </a:dk1>
      <a:lt1>
        <a:sysClr val="window" lastClr="FFFFFF"/>
      </a:lt1>
      <a:dk2>
        <a:srgbClr val="1D1A1D"/>
      </a:dk2>
      <a:lt2>
        <a:srgbClr val="F5F5F5"/>
      </a:lt2>
      <a:accent1>
        <a:srgbClr val="439EB7"/>
      </a:accent1>
      <a:accent2>
        <a:srgbClr val="E28B55"/>
      </a:accent2>
      <a:accent3>
        <a:srgbClr val="DCB64D"/>
      </a:accent3>
      <a:accent4>
        <a:srgbClr val="4CA198"/>
      </a:accent4>
      <a:accent5>
        <a:srgbClr val="835B82"/>
      </a:accent5>
      <a:accent6>
        <a:srgbClr val="645135"/>
      </a:accent6>
      <a:hlink>
        <a:srgbClr val="439EB7"/>
      </a:hlink>
      <a:folHlink>
        <a:srgbClr val="835B82"/>
      </a:folHlink>
    </a:clrScheme>
    <a:fontScheme name="Headlines">
      <a:majorFont>
        <a:latin typeface="Century Schoolbook" panose="02040604050505020304"/>
        <a:ea typeface=""/>
        <a:cs typeface=""/>
        <a:font script="Jpan" typeface="メイリオ"/>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1209485_TF45175639_Win32" id="{DA3BC7EA-B985-431E-917E-E4426AC6D1A1}" vid="{18535A56-0AAF-4A35-94B1-1693062433F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Biography presentation</Template>
  <TotalTime>5671</TotalTime>
  <Words>2063</Words>
  <Application>Microsoft Office PowerPoint</Application>
  <PresentationFormat>Widescreen</PresentationFormat>
  <Paragraphs>149</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Century Schoolbook</vt:lpstr>
      <vt:lpstr>Corbel</vt:lpstr>
      <vt:lpstr>Times New Roman</vt:lpstr>
      <vt:lpstr>Headlines</vt:lpstr>
      <vt:lpstr>HUMA2921 Ethical Theories and Contemporary Issues</vt:lpstr>
      <vt:lpstr>Theoretical Objections</vt:lpstr>
      <vt:lpstr>Punishment and Retributive Justice</vt:lpstr>
      <vt:lpstr>Medical Sacrifice and the Right to Life</vt:lpstr>
      <vt:lpstr>Distributive Justice</vt:lpstr>
      <vt:lpstr>Promising</vt:lpstr>
      <vt:lpstr>Demandingness</vt:lpstr>
      <vt:lpstr>Personal Relationships and Special Obligations</vt:lpstr>
      <vt:lpstr>Varieties of Response</vt:lpstr>
      <vt:lpstr>Varieties of Response</vt:lpstr>
      <vt:lpstr>Bold Denial</vt:lpstr>
      <vt:lpstr>Remote Effects</vt:lpstr>
      <vt:lpstr>Bold Denial and Remote Effect</vt:lpstr>
      <vt:lpstr>Bold Denial and Remote Effect</vt:lpstr>
      <vt:lpstr>Satisficing Consequentialism</vt:lpstr>
      <vt:lpstr>PowerPoint Presentation</vt:lpstr>
      <vt:lpstr>Unacceptable Implications</vt:lpstr>
      <vt:lpstr>PowerPoint Presentation</vt:lpstr>
      <vt:lpstr>Rule Consequentialism </vt:lpstr>
      <vt:lpstr>PowerPoint Presentation</vt:lpstr>
      <vt:lpstr>Rule Consequentialism </vt:lpstr>
      <vt:lpstr>PowerPoint Presentation</vt:lpstr>
      <vt:lpstr>Rule Consequentialism </vt:lpstr>
      <vt:lpstr>PowerPoint Presentation</vt:lpstr>
      <vt:lpstr>Alternative Theories of Value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Leibnizian Legacy in Fichte’s Grundlage der gesamten Wissenschaftslehre</dc:title>
  <dc:creator>Plato Tse</dc:creator>
  <cp:lastModifiedBy>Plato Tse</cp:lastModifiedBy>
  <cp:revision>85</cp:revision>
  <dcterms:created xsi:type="dcterms:W3CDTF">2024-11-29T15:39:14Z</dcterms:created>
  <dcterms:modified xsi:type="dcterms:W3CDTF">2026-03-24T03:49:46Z</dcterms:modified>
</cp:coreProperties>
</file>