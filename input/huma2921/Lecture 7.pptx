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7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9" r:id="rId3"/>
    <p:sldId id="280" r:id="rId4"/>
    <p:sldId id="257" r:id="rId5"/>
    <p:sldId id="263" r:id="rId6"/>
    <p:sldId id="281" r:id="rId7"/>
    <p:sldId id="283" r:id="rId8"/>
    <p:sldId id="284" r:id="rId9"/>
    <p:sldId id="282" r:id="rId10"/>
    <p:sldId id="269" r:id="rId11"/>
    <p:sldId id="267" r:id="rId12"/>
    <p:sldId id="276" r:id="rId13"/>
    <p:sldId id="285" r:id="rId14"/>
    <p:sldId id="278" r:id="rId15"/>
    <p:sldId id="271" r:id="rId16"/>
    <p:sldId id="270" r:id="rId17"/>
    <p:sldId id="287" r:id="rId18"/>
    <p:sldId id="289" r:id="rId19"/>
    <p:sldId id="290" r:id="rId20"/>
    <p:sldId id="291" r:id="rId21"/>
    <p:sldId id="292" r:id="rId22"/>
    <p:sldId id="293" r:id="rId23"/>
    <p:sldId id="294" r:id="rId24"/>
    <p:sldId id="295" r:id="rId25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7395" autoAdjust="0"/>
  </p:normalViewPr>
  <p:slideViewPr>
    <p:cSldViewPr snapToGrid="0">
      <p:cViewPr>
        <p:scale>
          <a:sx n="48" d="100"/>
          <a:sy n="48" d="100"/>
        </p:scale>
        <p:origin x="52" y="560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ato Tse" userId="7e9150dee13f625a" providerId="LiveId" clId="{789CCF97-127F-46D5-ABA8-A2B9DA226070}"/>
    <pc:docChg chg="undo custSel addSld delSld modSld">
      <pc:chgData name="Plato Tse" userId="7e9150dee13f625a" providerId="LiveId" clId="{789CCF97-127F-46D5-ABA8-A2B9DA226070}" dt="2026-03-31T03:52:02.130" v="3034" actId="20577"/>
      <pc:docMkLst>
        <pc:docMk/>
      </pc:docMkLst>
      <pc:sldChg chg="modSp mod">
        <pc:chgData name="Plato Tse" userId="7e9150dee13f625a" providerId="LiveId" clId="{789CCF97-127F-46D5-ABA8-A2B9DA226070}" dt="2026-03-30T14:31:21.088" v="141" actId="404"/>
        <pc:sldMkLst>
          <pc:docMk/>
          <pc:sldMk cId="2394598200" sldId="257"/>
        </pc:sldMkLst>
        <pc:spChg chg="mod">
          <ac:chgData name="Plato Tse" userId="7e9150dee13f625a" providerId="LiveId" clId="{789CCF97-127F-46D5-ABA8-A2B9DA226070}" dt="2026-03-30T14:22:36.957" v="111"/>
          <ac:spMkLst>
            <pc:docMk/>
            <pc:sldMk cId="2394598200" sldId="257"/>
            <ac:spMk id="4" creationId="{E98DCA46-603B-4178-8707-30E192CE6B8D}"/>
          </ac:spMkLst>
        </pc:spChg>
        <pc:spChg chg="mod">
          <ac:chgData name="Plato Tse" userId="7e9150dee13f625a" providerId="LiveId" clId="{789CCF97-127F-46D5-ABA8-A2B9DA226070}" dt="2026-03-30T14:31:21.088" v="141" actId="404"/>
          <ac:spMkLst>
            <pc:docMk/>
            <pc:sldMk cId="2394598200" sldId="257"/>
            <ac:spMk id="8" creationId="{5FC6C278-4035-446A-A94B-030E792FDDF5}"/>
          </ac:spMkLst>
        </pc:spChg>
      </pc:sldChg>
      <pc:sldChg chg="modSp mod">
        <pc:chgData name="Plato Tse" userId="7e9150dee13f625a" providerId="LiveId" clId="{789CCF97-127F-46D5-ABA8-A2B9DA226070}" dt="2026-03-30T14:34:46.829" v="275" actId="20577"/>
        <pc:sldMkLst>
          <pc:docMk/>
          <pc:sldMk cId="298975433" sldId="263"/>
        </pc:sldMkLst>
        <pc:spChg chg="mod">
          <ac:chgData name="Plato Tse" userId="7e9150dee13f625a" providerId="LiveId" clId="{789CCF97-127F-46D5-ABA8-A2B9DA226070}" dt="2026-03-30T14:26:02.167" v="131"/>
          <ac:spMkLst>
            <pc:docMk/>
            <pc:sldMk cId="298975433" sldId="263"/>
            <ac:spMk id="2" creationId="{58A97F4D-F280-472F-9307-25B3E6BD88B5}"/>
          </ac:spMkLst>
        </pc:spChg>
        <pc:spChg chg="mod">
          <ac:chgData name="Plato Tse" userId="7e9150dee13f625a" providerId="LiveId" clId="{789CCF97-127F-46D5-ABA8-A2B9DA226070}" dt="2026-03-30T14:34:46.829" v="275" actId="20577"/>
          <ac:spMkLst>
            <pc:docMk/>
            <pc:sldMk cId="298975433" sldId="263"/>
            <ac:spMk id="13" creationId="{B079FE37-E63F-6B83-3B38-614E7772BF5D}"/>
          </ac:spMkLst>
        </pc:spChg>
      </pc:sldChg>
      <pc:sldChg chg="modSp mod">
        <pc:chgData name="Plato Tse" userId="7e9150dee13f625a" providerId="LiveId" clId="{789CCF97-127F-46D5-ABA8-A2B9DA226070}" dt="2026-03-30T16:15:52.893" v="1408" actId="11"/>
        <pc:sldMkLst>
          <pc:docMk/>
          <pc:sldMk cId="3289796151" sldId="267"/>
        </pc:sldMkLst>
        <pc:spChg chg="mod">
          <ac:chgData name="Plato Tse" userId="7e9150dee13f625a" providerId="LiveId" clId="{789CCF97-127F-46D5-ABA8-A2B9DA226070}" dt="2026-03-30T16:12:18.629" v="1357" actId="14100"/>
          <ac:spMkLst>
            <pc:docMk/>
            <pc:sldMk cId="3289796151" sldId="267"/>
            <ac:spMk id="2" creationId="{2654DA9A-F01A-481E-A192-F11CA07CCE35}"/>
          </ac:spMkLst>
        </pc:spChg>
        <pc:spChg chg="mod">
          <ac:chgData name="Plato Tse" userId="7e9150dee13f625a" providerId="LiveId" clId="{789CCF97-127F-46D5-ABA8-A2B9DA226070}" dt="2026-03-30T16:15:52.893" v="1408" actId="11"/>
          <ac:spMkLst>
            <pc:docMk/>
            <pc:sldMk cId="3289796151" sldId="267"/>
            <ac:spMk id="41" creationId="{E70AB508-2913-4EE2-5303-4456A2553371}"/>
          </ac:spMkLst>
        </pc:spChg>
      </pc:sldChg>
      <pc:sldChg chg="modSp mod">
        <pc:chgData name="Plato Tse" userId="7e9150dee13f625a" providerId="LiveId" clId="{789CCF97-127F-46D5-ABA8-A2B9DA226070}" dt="2026-03-30T16:12:01.367" v="1354" actId="114"/>
        <pc:sldMkLst>
          <pc:docMk/>
          <pc:sldMk cId="1707474726" sldId="269"/>
        </pc:sldMkLst>
        <pc:spChg chg="mod">
          <ac:chgData name="Plato Tse" userId="7e9150dee13f625a" providerId="LiveId" clId="{789CCF97-127F-46D5-ABA8-A2B9DA226070}" dt="2026-03-30T16:02:54.148" v="1028" actId="14100"/>
          <ac:spMkLst>
            <pc:docMk/>
            <pc:sldMk cId="1707474726" sldId="269"/>
            <ac:spMk id="2" creationId="{B9D1F34B-93F5-46C0-9BEC-B1A8D55008B4}"/>
          </ac:spMkLst>
        </pc:spChg>
        <pc:spChg chg="mod">
          <ac:chgData name="Plato Tse" userId="7e9150dee13f625a" providerId="LiveId" clId="{789CCF97-127F-46D5-ABA8-A2B9DA226070}" dt="2026-03-30T16:12:01.367" v="1354" actId="114"/>
          <ac:spMkLst>
            <pc:docMk/>
            <pc:sldMk cId="1707474726" sldId="269"/>
            <ac:spMk id="23" creationId="{764A365B-4C2F-2351-93F8-FD34668116E1}"/>
          </ac:spMkLst>
        </pc:spChg>
      </pc:sldChg>
      <pc:sldChg chg="modSp mod">
        <pc:chgData name="Plato Tse" userId="7e9150dee13f625a" providerId="LiveId" clId="{789CCF97-127F-46D5-ABA8-A2B9DA226070}" dt="2026-03-30T17:23:18.559" v="1850" actId="20577"/>
        <pc:sldMkLst>
          <pc:docMk/>
          <pc:sldMk cId="1337185779" sldId="270"/>
        </pc:sldMkLst>
        <pc:spChg chg="mod">
          <ac:chgData name="Plato Tse" userId="7e9150dee13f625a" providerId="LiveId" clId="{789CCF97-127F-46D5-ABA8-A2B9DA226070}" dt="2026-03-30T17:17:06.872" v="1723" actId="27636"/>
          <ac:spMkLst>
            <pc:docMk/>
            <pc:sldMk cId="1337185779" sldId="270"/>
            <ac:spMk id="2" creationId="{0DD71B7C-1714-5F7C-11A5-D2C788A7767C}"/>
          </ac:spMkLst>
        </pc:spChg>
        <pc:spChg chg="mod">
          <ac:chgData name="Plato Tse" userId="7e9150dee13f625a" providerId="LiveId" clId="{789CCF97-127F-46D5-ABA8-A2B9DA226070}" dt="2026-03-30T17:23:18.559" v="1850" actId="20577"/>
          <ac:spMkLst>
            <pc:docMk/>
            <pc:sldMk cId="1337185779" sldId="270"/>
            <ac:spMk id="8" creationId="{5FC6C278-4035-446A-A94B-030E792FDDF5}"/>
          </ac:spMkLst>
        </pc:spChg>
      </pc:sldChg>
      <pc:sldChg chg="modSp mod">
        <pc:chgData name="Plato Tse" userId="7e9150dee13f625a" providerId="LiveId" clId="{789CCF97-127F-46D5-ABA8-A2B9DA226070}" dt="2026-03-30T17:19:01.928" v="1750" actId="20577"/>
        <pc:sldMkLst>
          <pc:docMk/>
          <pc:sldMk cId="3039832878" sldId="271"/>
        </pc:sldMkLst>
        <pc:spChg chg="mod">
          <ac:chgData name="Plato Tse" userId="7e9150dee13f625a" providerId="LiveId" clId="{789CCF97-127F-46D5-ABA8-A2B9DA226070}" dt="2026-03-30T16:58:05.232" v="1669" actId="27636"/>
          <ac:spMkLst>
            <pc:docMk/>
            <pc:sldMk cId="3039832878" sldId="271"/>
            <ac:spMk id="2" creationId="{2654DA9A-F01A-481E-A192-F11CA07CCE35}"/>
          </ac:spMkLst>
        </pc:spChg>
        <pc:spChg chg="mod">
          <ac:chgData name="Plato Tse" userId="7e9150dee13f625a" providerId="LiveId" clId="{789CCF97-127F-46D5-ABA8-A2B9DA226070}" dt="2026-03-30T17:19:01.928" v="1750" actId="20577"/>
          <ac:spMkLst>
            <pc:docMk/>
            <pc:sldMk cId="3039832878" sldId="271"/>
            <ac:spMk id="41" creationId="{E70AB508-2913-4EE2-5303-4456A2553371}"/>
          </ac:spMkLst>
        </pc:spChg>
      </pc:sldChg>
      <pc:sldChg chg="modSp mod">
        <pc:chgData name="Plato Tse" userId="7e9150dee13f625a" providerId="LiveId" clId="{789CCF97-127F-46D5-ABA8-A2B9DA226070}" dt="2026-03-30T16:18:41.245" v="1512" actId="20577"/>
        <pc:sldMkLst>
          <pc:docMk/>
          <pc:sldMk cId="2195168494" sldId="276"/>
        </pc:sldMkLst>
        <pc:spChg chg="mod">
          <ac:chgData name="Plato Tse" userId="7e9150dee13f625a" providerId="LiveId" clId="{789CCF97-127F-46D5-ABA8-A2B9DA226070}" dt="2026-03-30T16:16:15.488" v="1433" actId="20577"/>
          <ac:spMkLst>
            <pc:docMk/>
            <pc:sldMk cId="2195168494" sldId="276"/>
            <ac:spMk id="2" creationId="{E72908A0-65FF-2705-D664-4522AA4546BE}"/>
          </ac:spMkLst>
        </pc:spChg>
        <pc:spChg chg="mod">
          <ac:chgData name="Plato Tse" userId="7e9150dee13f625a" providerId="LiveId" clId="{789CCF97-127F-46D5-ABA8-A2B9DA226070}" dt="2026-03-30T16:18:41.245" v="1512" actId="20577"/>
          <ac:spMkLst>
            <pc:docMk/>
            <pc:sldMk cId="2195168494" sldId="276"/>
            <ac:spMk id="23" creationId="{44D17366-2D5D-EBCB-C069-47BBF0111A8A}"/>
          </ac:spMkLst>
        </pc:spChg>
      </pc:sldChg>
      <pc:sldChg chg="modSp mod">
        <pc:chgData name="Plato Tse" userId="7e9150dee13f625a" providerId="LiveId" clId="{789CCF97-127F-46D5-ABA8-A2B9DA226070}" dt="2026-03-30T16:57:17.338" v="1667" actId="20577"/>
        <pc:sldMkLst>
          <pc:docMk/>
          <pc:sldMk cId="2180084092" sldId="278"/>
        </pc:sldMkLst>
        <pc:spChg chg="mod">
          <ac:chgData name="Plato Tse" userId="7e9150dee13f625a" providerId="LiveId" clId="{789CCF97-127F-46D5-ABA8-A2B9DA226070}" dt="2026-03-30T16:22:43.891" v="1550" actId="20577"/>
          <ac:spMkLst>
            <pc:docMk/>
            <pc:sldMk cId="2180084092" sldId="278"/>
            <ac:spMk id="2" creationId="{DCA93335-C8F6-0B4A-66B9-BF39D79CB760}"/>
          </ac:spMkLst>
        </pc:spChg>
        <pc:spChg chg="mod">
          <ac:chgData name="Plato Tse" userId="7e9150dee13f625a" providerId="LiveId" clId="{789CCF97-127F-46D5-ABA8-A2B9DA226070}" dt="2026-03-30T16:57:17.338" v="1667" actId="20577"/>
          <ac:spMkLst>
            <pc:docMk/>
            <pc:sldMk cId="2180084092" sldId="278"/>
            <ac:spMk id="23" creationId="{8CF09343-1CC0-6B70-EF46-FD8285E176D3}"/>
          </ac:spMkLst>
        </pc:spChg>
      </pc:sldChg>
      <pc:sldChg chg="delSp modSp mod">
        <pc:chgData name="Plato Tse" userId="7e9150dee13f625a" providerId="LiveId" clId="{789CCF97-127F-46D5-ABA8-A2B9DA226070}" dt="2026-03-30T10:39:49.369" v="67" actId="20577"/>
        <pc:sldMkLst>
          <pc:docMk/>
          <pc:sldMk cId="3974841653" sldId="279"/>
        </pc:sldMkLst>
        <pc:spChg chg="mod">
          <ac:chgData name="Plato Tse" userId="7e9150dee13f625a" providerId="LiveId" clId="{789CCF97-127F-46D5-ABA8-A2B9DA226070}" dt="2026-03-30T10:38:09.309" v="16" actId="20577"/>
          <ac:spMkLst>
            <pc:docMk/>
            <pc:sldMk cId="3974841653" sldId="279"/>
            <ac:spMk id="4" creationId="{F8065B57-247B-FEF7-35BC-F85D1F59EC80}"/>
          </ac:spMkLst>
        </pc:spChg>
        <pc:spChg chg="mod">
          <ac:chgData name="Plato Tse" userId="7e9150dee13f625a" providerId="LiveId" clId="{789CCF97-127F-46D5-ABA8-A2B9DA226070}" dt="2026-03-30T10:39:49.369" v="67" actId="20577"/>
          <ac:spMkLst>
            <pc:docMk/>
            <pc:sldMk cId="3974841653" sldId="279"/>
            <ac:spMk id="8" creationId="{685B037A-5AD3-86F6-5942-22B3F7E933EF}"/>
          </ac:spMkLst>
        </pc:spChg>
        <pc:picChg chg="del">
          <ac:chgData name="Plato Tse" userId="7e9150dee13f625a" providerId="LiveId" clId="{789CCF97-127F-46D5-ABA8-A2B9DA226070}" dt="2026-03-30T10:38:04.266" v="0" actId="478"/>
          <ac:picMkLst>
            <pc:docMk/>
            <pc:sldMk cId="3974841653" sldId="279"/>
            <ac:picMk id="3" creationId="{1BF52B87-0906-48A5-A894-A32454B41DB6}"/>
          </ac:picMkLst>
        </pc:picChg>
      </pc:sldChg>
      <pc:sldChg chg="modSp mod">
        <pc:chgData name="Plato Tse" userId="7e9150dee13f625a" providerId="LiveId" clId="{789CCF97-127F-46D5-ABA8-A2B9DA226070}" dt="2026-03-30T14:22:19.234" v="110" actId="114"/>
        <pc:sldMkLst>
          <pc:docMk/>
          <pc:sldMk cId="1270780623" sldId="280"/>
        </pc:sldMkLst>
        <pc:spChg chg="mod">
          <ac:chgData name="Plato Tse" userId="7e9150dee13f625a" providerId="LiveId" clId="{789CCF97-127F-46D5-ABA8-A2B9DA226070}" dt="2026-03-30T14:21:10.169" v="95" actId="14100"/>
          <ac:spMkLst>
            <pc:docMk/>
            <pc:sldMk cId="1270780623" sldId="280"/>
            <ac:spMk id="2" creationId="{1729CFFB-2C33-F99E-4D4B-B23ADBF5AB11}"/>
          </ac:spMkLst>
        </pc:spChg>
        <pc:spChg chg="mod">
          <ac:chgData name="Plato Tse" userId="7e9150dee13f625a" providerId="LiveId" clId="{789CCF97-127F-46D5-ABA8-A2B9DA226070}" dt="2026-03-30T14:22:19.234" v="110" actId="114"/>
          <ac:spMkLst>
            <pc:docMk/>
            <pc:sldMk cId="1270780623" sldId="280"/>
            <ac:spMk id="13" creationId="{B5C3795E-6FC3-81C9-9A90-042DF215BA4B}"/>
          </ac:spMkLst>
        </pc:spChg>
      </pc:sldChg>
      <pc:sldChg chg="modSp mod">
        <pc:chgData name="Plato Tse" userId="7e9150dee13f625a" providerId="LiveId" clId="{789CCF97-127F-46D5-ABA8-A2B9DA226070}" dt="2026-03-30T14:39:06.296" v="452" actId="114"/>
        <pc:sldMkLst>
          <pc:docMk/>
          <pc:sldMk cId="4051672732" sldId="281"/>
        </pc:sldMkLst>
        <pc:spChg chg="mod">
          <ac:chgData name="Plato Tse" userId="7e9150dee13f625a" providerId="LiveId" clId="{789CCF97-127F-46D5-ABA8-A2B9DA226070}" dt="2026-03-30T14:35:16.738" v="298" actId="20577"/>
          <ac:spMkLst>
            <pc:docMk/>
            <pc:sldMk cId="4051672732" sldId="281"/>
            <ac:spMk id="2" creationId="{95D58094-FAFA-0AF5-4688-6E97661AB9E2}"/>
          </ac:spMkLst>
        </pc:spChg>
        <pc:spChg chg="mod">
          <ac:chgData name="Plato Tse" userId="7e9150dee13f625a" providerId="LiveId" clId="{789CCF97-127F-46D5-ABA8-A2B9DA226070}" dt="2026-03-30T14:39:06.296" v="452" actId="114"/>
          <ac:spMkLst>
            <pc:docMk/>
            <pc:sldMk cId="4051672732" sldId="281"/>
            <ac:spMk id="23" creationId="{B3924C4A-5D52-2E83-5910-D093650F9298}"/>
          </ac:spMkLst>
        </pc:spChg>
      </pc:sldChg>
      <pc:sldChg chg="modSp mod">
        <pc:chgData name="Plato Tse" userId="7e9150dee13f625a" providerId="LiveId" clId="{789CCF97-127F-46D5-ABA8-A2B9DA226070}" dt="2026-03-30T16:02:43.484" v="1005" actId="404"/>
        <pc:sldMkLst>
          <pc:docMk/>
          <pc:sldMk cId="49825489" sldId="282"/>
        </pc:sldMkLst>
        <pc:spChg chg="mod">
          <ac:chgData name="Plato Tse" userId="7e9150dee13f625a" providerId="LiveId" clId="{789CCF97-127F-46D5-ABA8-A2B9DA226070}" dt="2026-03-30T15:59:43.323" v="854" actId="14100"/>
          <ac:spMkLst>
            <pc:docMk/>
            <pc:sldMk cId="49825489" sldId="282"/>
            <ac:spMk id="2" creationId="{94CA5C96-AB1E-E384-CC3E-59F711918FF2}"/>
          </ac:spMkLst>
        </pc:spChg>
        <pc:spChg chg="mod">
          <ac:chgData name="Plato Tse" userId="7e9150dee13f625a" providerId="LiveId" clId="{789CCF97-127F-46D5-ABA8-A2B9DA226070}" dt="2026-03-30T16:02:43.484" v="1005" actId="404"/>
          <ac:spMkLst>
            <pc:docMk/>
            <pc:sldMk cId="49825489" sldId="282"/>
            <ac:spMk id="13" creationId="{F29A0C60-3916-4BD3-EE6E-3BC8CFF43339}"/>
          </ac:spMkLst>
        </pc:spChg>
      </pc:sldChg>
      <pc:sldChg chg="modSp mod">
        <pc:chgData name="Plato Tse" userId="7e9150dee13f625a" providerId="LiveId" clId="{789CCF97-127F-46D5-ABA8-A2B9DA226070}" dt="2026-03-30T14:54:46.909" v="607"/>
        <pc:sldMkLst>
          <pc:docMk/>
          <pc:sldMk cId="1263636935" sldId="283"/>
        </pc:sldMkLst>
        <pc:spChg chg="mod">
          <ac:chgData name="Plato Tse" userId="7e9150dee13f625a" providerId="LiveId" clId="{789CCF97-127F-46D5-ABA8-A2B9DA226070}" dt="2026-03-30T14:38:50.841" v="443" actId="14100"/>
          <ac:spMkLst>
            <pc:docMk/>
            <pc:sldMk cId="1263636935" sldId="283"/>
            <ac:spMk id="2" creationId="{CFC41727-547D-9591-6845-2AD3D67C7337}"/>
          </ac:spMkLst>
        </pc:spChg>
        <pc:spChg chg="mod">
          <ac:chgData name="Plato Tse" userId="7e9150dee13f625a" providerId="LiveId" clId="{789CCF97-127F-46D5-ABA8-A2B9DA226070}" dt="2026-03-30T14:54:46.909" v="607"/>
          <ac:spMkLst>
            <pc:docMk/>
            <pc:sldMk cId="1263636935" sldId="283"/>
            <ac:spMk id="13" creationId="{2D7C1F4E-2200-708A-B8D1-8631A46C318F}"/>
          </ac:spMkLst>
        </pc:spChg>
      </pc:sldChg>
      <pc:sldChg chg="modSp mod">
        <pc:chgData name="Plato Tse" userId="7e9150dee13f625a" providerId="LiveId" clId="{789CCF97-127F-46D5-ABA8-A2B9DA226070}" dt="2026-03-30T15:59:20.076" v="831"/>
        <pc:sldMkLst>
          <pc:docMk/>
          <pc:sldMk cId="2284613377" sldId="284"/>
        </pc:sldMkLst>
        <pc:spChg chg="mod">
          <ac:chgData name="Plato Tse" userId="7e9150dee13f625a" providerId="LiveId" clId="{789CCF97-127F-46D5-ABA8-A2B9DA226070}" dt="2026-03-30T14:55:04.292" v="609" actId="14100"/>
          <ac:spMkLst>
            <pc:docMk/>
            <pc:sldMk cId="2284613377" sldId="284"/>
            <ac:spMk id="2" creationId="{2D8200BE-D86B-A4A6-DE70-CA6F3D690F37}"/>
          </ac:spMkLst>
        </pc:spChg>
        <pc:spChg chg="mod">
          <ac:chgData name="Plato Tse" userId="7e9150dee13f625a" providerId="LiveId" clId="{789CCF97-127F-46D5-ABA8-A2B9DA226070}" dt="2026-03-30T15:59:20.076" v="831"/>
          <ac:spMkLst>
            <pc:docMk/>
            <pc:sldMk cId="2284613377" sldId="284"/>
            <ac:spMk id="23" creationId="{3CA1E901-2F79-6974-E428-93399DC0DC0E}"/>
          </ac:spMkLst>
        </pc:spChg>
      </pc:sldChg>
      <pc:sldChg chg="modSp mod">
        <pc:chgData name="Plato Tse" userId="7e9150dee13f625a" providerId="LiveId" clId="{789CCF97-127F-46D5-ABA8-A2B9DA226070}" dt="2026-03-30T16:22:31.764" v="1544" actId="20577"/>
        <pc:sldMkLst>
          <pc:docMk/>
          <pc:sldMk cId="323353584" sldId="285"/>
        </pc:sldMkLst>
        <pc:spChg chg="mod">
          <ac:chgData name="Plato Tse" userId="7e9150dee13f625a" providerId="LiveId" clId="{789CCF97-127F-46D5-ABA8-A2B9DA226070}" dt="2026-03-30T16:18:57.480" v="1514" actId="14100"/>
          <ac:spMkLst>
            <pc:docMk/>
            <pc:sldMk cId="323353584" sldId="285"/>
            <ac:spMk id="2" creationId="{BCD8C0E1-92E9-F470-195D-C5A870DBDD32}"/>
          </ac:spMkLst>
        </pc:spChg>
        <pc:spChg chg="mod">
          <ac:chgData name="Plato Tse" userId="7e9150dee13f625a" providerId="LiveId" clId="{789CCF97-127F-46D5-ABA8-A2B9DA226070}" dt="2026-03-30T16:22:31.764" v="1544" actId="20577"/>
          <ac:spMkLst>
            <pc:docMk/>
            <pc:sldMk cId="323353584" sldId="285"/>
            <ac:spMk id="41" creationId="{E0699548-9BE0-D501-1E59-8D8CC60A2A49}"/>
          </ac:spMkLst>
        </pc:spChg>
      </pc:sldChg>
      <pc:sldChg chg="del">
        <pc:chgData name="Plato Tse" userId="7e9150dee13f625a" providerId="LiveId" clId="{789CCF97-127F-46D5-ABA8-A2B9DA226070}" dt="2026-03-30T17:24:48.474" v="1878" actId="47"/>
        <pc:sldMkLst>
          <pc:docMk/>
          <pc:sldMk cId="4076822799" sldId="286"/>
        </pc:sldMkLst>
      </pc:sldChg>
      <pc:sldChg chg="modSp mod">
        <pc:chgData name="Plato Tse" userId="7e9150dee13f625a" providerId="LiveId" clId="{789CCF97-127F-46D5-ABA8-A2B9DA226070}" dt="2026-03-30T17:24:30.966" v="1877" actId="207"/>
        <pc:sldMkLst>
          <pc:docMk/>
          <pc:sldMk cId="3609285276" sldId="287"/>
        </pc:sldMkLst>
        <pc:spChg chg="mod">
          <ac:chgData name="Plato Tse" userId="7e9150dee13f625a" providerId="LiveId" clId="{789CCF97-127F-46D5-ABA8-A2B9DA226070}" dt="2026-03-30T17:21:11.928" v="1816" actId="27636"/>
          <ac:spMkLst>
            <pc:docMk/>
            <pc:sldMk cId="3609285276" sldId="287"/>
            <ac:spMk id="2" creationId="{81A23F05-3D40-CD2F-A710-126D69C68DFC}"/>
          </ac:spMkLst>
        </pc:spChg>
        <pc:spChg chg="mod">
          <ac:chgData name="Plato Tse" userId="7e9150dee13f625a" providerId="LiveId" clId="{789CCF97-127F-46D5-ABA8-A2B9DA226070}" dt="2026-03-30T17:24:30.966" v="1877" actId="207"/>
          <ac:spMkLst>
            <pc:docMk/>
            <pc:sldMk cId="3609285276" sldId="287"/>
            <ac:spMk id="41" creationId="{C89A87D9-5A68-FF6A-CF23-1B35D417E51D}"/>
          </ac:spMkLst>
        </pc:spChg>
      </pc:sldChg>
      <pc:sldChg chg="del">
        <pc:chgData name="Plato Tse" userId="7e9150dee13f625a" providerId="LiveId" clId="{789CCF97-127F-46D5-ABA8-A2B9DA226070}" dt="2026-03-30T17:24:49.118" v="1879" actId="47"/>
        <pc:sldMkLst>
          <pc:docMk/>
          <pc:sldMk cId="3101281570" sldId="288"/>
        </pc:sldMkLst>
      </pc:sldChg>
      <pc:sldChg chg="delSp modSp mod">
        <pc:chgData name="Plato Tse" userId="7e9150dee13f625a" providerId="LiveId" clId="{789CCF97-127F-46D5-ABA8-A2B9DA226070}" dt="2026-03-30T17:28:23.204" v="1948" actId="20577"/>
        <pc:sldMkLst>
          <pc:docMk/>
          <pc:sldMk cId="458496150" sldId="289"/>
        </pc:sldMkLst>
        <pc:spChg chg="mod">
          <ac:chgData name="Plato Tse" userId="7e9150dee13f625a" providerId="LiveId" clId="{789CCF97-127F-46D5-ABA8-A2B9DA226070}" dt="2026-03-30T17:24:56.890" v="1881"/>
          <ac:spMkLst>
            <pc:docMk/>
            <pc:sldMk cId="458496150" sldId="289"/>
            <ac:spMk id="2" creationId="{B32F4C31-1E58-34D1-1712-8D743CC76747}"/>
          </ac:spMkLst>
        </pc:spChg>
        <pc:spChg chg="mod">
          <ac:chgData name="Plato Tse" userId="7e9150dee13f625a" providerId="LiveId" clId="{789CCF97-127F-46D5-ABA8-A2B9DA226070}" dt="2026-03-30T17:28:23.204" v="1948" actId="20577"/>
          <ac:spMkLst>
            <pc:docMk/>
            <pc:sldMk cId="458496150" sldId="289"/>
            <ac:spMk id="8" creationId="{A25BE152-C1CF-04DE-757B-653B3C215612}"/>
          </ac:spMkLst>
        </pc:spChg>
        <pc:picChg chg="del">
          <ac:chgData name="Plato Tse" userId="7e9150dee13f625a" providerId="LiveId" clId="{789CCF97-127F-46D5-ABA8-A2B9DA226070}" dt="2026-03-30T17:24:51.131" v="1880" actId="478"/>
          <ac:picMkLst>
            <pc:docMk/>
            <pc:sldMk cId="458496150" sldId="289"/>
            <ac:picMk id="3" creationId="{78F8D77F-E985-C77D-8BDA-B618BD6F8DBE}"/>
          </ac:picMkLst>
        </pc:picChg>
      </pc:sldChg>
      <pc:sldChg chg="modSp mod">
        <pc:chgData name="Plato Tse" userId="7e9150dee13f625a" providerId="LiveId" clId="{789CCF97-127F-46D5-ABA8-A2B9DA226070}" dt="2026-03-30T17:30:48.350" v="2010" actId="207"/>
        <pc:sldMkLst>
          <pc:docMk/>
          <pc:sldMk cId="1239713298" sldId="290"/>
        </pc:sldMkLst>
        <pc:spChg chg="mod">
          <ac:chgData name="Plato Tse" userId="7e9150dee13f625a" providerId="LiveId" clId="{789CCF97-127F-46D5-ABA8-A2B9DA226070}" dt="2026-03-30T17:28:38.706" v="1951" actId="14100"/>
          <ac:spMkLst>
            <pc:docMk/>
            <pc:sldMk cId="1239713298" sldId="290"/>
            <ac:spMk id="2" creationId="{88D7B745-99DE-21FE-CBBA-84A780E3F7E1}"/>
          </ac:spMkLst>
        </pc:spChg>
        <pc:spChg chg="mod">
          <ac:chgData name="Plato Tse" userId="7e9150dee13f625a" providerId="LiveId" clId="{789CCF97-127F-46D5-ABA8-A2B9DA226070}" dt="2026-03-30T17:30:48.350" v="2010" actId="207"/>
          <ac:spMkLst>
            <pc:docMk/>
            <pc:sldMk cId="1239713298" sldId="290"/>
            <ac:spMk id="41" creationId="{B88E10D4-EDDE-2CBD-7896-AA10D691CF83}"/>
          </ac:spMkLst>
        </pc:spChg>
      </pc:sldChg>
      <pc:sldChg chg="modSp add mod">
        <pc:chgData name="Plato Tse" userId="7e9150dee13f625a" providerId="LiveId" clId="{789CCF97-127F-46D5-ABA8-A2B9DA226070}" dt="2026-03-30T17:32:12.019" v="2034" actId="207"/>
        <pc:sldMkLst>
          <pc:docMk/>
          <pc:sldMk cId="490015390" sldId="291"/>
        </pc:sldMkLst>
        <pc:spChg chg="mod">
          <ac:chgData name="Plato Tse" userId="7e9150dee13f625a" providerId="LiveId" clId="{789CCF97-127F-46D5-ABA8-A2B9DA226070}" dt="2026-03-30T17:32:12.019" v="2034" actId="207"/>
          <ac:spMkLst>
            <pc:docMk/>
            <pc:sldMk cId="490015390" sldId="291"/>
            <ac:spMk id="8" creationId="{1FD5BF27-12B8-BFEA-BF56-5C15C3221B43}"/>
          </ac:spMkLst>
        </pc:spChg>
      </pc:sldChg>
      <pc:sldChg chg="modSp add mod">
        <pc:chgData name="Plato Tse" userId="7e9150dee13f625a" providerId="LiveId" clId="{789CCF97-127F-46D5-ABA8-A2B9DA226070}" dt="2026-03-31T03:33:27.120" v="2221" actId="207"/>
        <pc:sldMkLst>
          <pc:docMk/>
          <pc:sldMk cId="2063666564" sldId="292"/>
        </pc:sldMkLst>
        <pc:spChg chg="mod">
          <ac:chgData name="Plato Tse" userId="7e9150dee13f625a" providerId="LiveId" clId="{789CCF97-127F-46D5-ABA8-A2B9DA226070}" dt="2026-03-31T03:25:39.306" v="2049" actId="14100"/>
          <ac:spMkLst>
            <pc:docMk/>
            <pc:sldMk cId="2063666564" sldId="292"/>
            <ac:spMk id="2" creationId="{E15DD832-089B-764C-D624-6F2A2E1B4ADC}"/>
          </ac:spMkLst>
        </pc:spChg>
        <pc:spChg chg="mod">
          <ac:chgData name="Plato Tse" userId="7e9150dee13f625a" providerId="LiveId" clId="{789CCF97-127F-46D5-ABA8-A2B9DA226070}" dt="2026-03-31T03:33:27.120" v="2221" actId="207"/>
          <ac:spMkLst>
            <pc:docMk/>
            <pc:sldMk cId="2063666564" sldId="292"/>
            <ac:spMk id="41" creationId="{6D58E93C-A221-6EF6-3CE2-510CA14CD509}"/>
          </ac:spMkLst>
        </pc:spChg>
      </pc:sldChg>
      <pc:sldChg chg="modSp add mod">
        <pc:chgData name="Plato Tse" userId="7e9150dee13f625a" providerId="LiveId" clId="{789CCF97-127F-46D5-ABA8-A2B9DA226070}" dt="2026-03-31T03:41:37.224" v="2476" actId="20577"/>
        <pc:sldMkLst>
          <pc:docMk/>
          <pc:sldMk cId="4225400560" sldId="293"/>
        </pc:sldMkLst>
        <pc:spChg chg="mod">
          <ac:chgData name="Plato Tse" userId="7e9150dee13f625a" providerId="LiveId" clId="{789CCF97-127F-46D5-ABA8-A2B9DA226070}" dt="2026-03-31T03:34:08.284" v="2239" actId="27636"/>
          <ac:spMkLst>
            <pc:docMk/>
            <pc:sldMk cId="4225400560" sldId="293"/>
            <ac:spMk id="2" creationId="{7D7413AC-E028-B56C-E7AA-6CD2F5C67997}"/>
          </ac:spMkLst>
        </pc:spChg>
        <pc:spChg chg="mod">
          <ac:chgData name="Plato Tse" userId="7e9150dee13f625a" providerId="LiveId" clId="{789CCF97-127F-46D5-ABA8-A2B9DA226070}" dt="2026-03-31T03:41:37.224" v="2476" actId="20577"/>
          <ac:spMkLst>
            <pc:docMk/>
            <pc:sldMk cId="4225400560" sldId="293"/>
            <ac:spMk id="8" creationId="{87704085-11A4-26E5-DAD9-3FF070BDAF23}"/>
          </ac:spMkLst>
        </pc:spChg>
      </pc:sldChg>
      <pc:sldChg chg="modSp add mod">
        <pc:chgData name="Plato Tse" userId="7e9150dee13f625a" providerId="LiveId" clId="{789CCF97-127F-46D5-ABA8-A2B9DA226070}" dt="2026-03-31T03:47:06.619" v="2744" actId="20577"/>
        <pc:sldMkLst>
          <pc:docMk/>
          <pc:sldMk cId="3434673925" sldId="294"/>
        </pc:sldMkLst>
        <pc:spChg chg="mod">
          <ac:chgData name="Plato Tse" userId="7e9150dee13f625a" providerId="LiveId" clId="{789CCF97-127F-46D5-ABA8-A2B9DA226070}" dt="2026-03-31T03:47:06.619" v="2744" actId="20577"/>
          <ac:spMkLst>
            <pc:docMk/>
            <pc:sldMk cId="3434673925" sldId="294"/>
            <ac:spMk id="41" creationId="{E1FC2DF6-3178-5BFE-7182-A290FFF4D788}"/>
          </ac:spMkLst>
        </pc:spChg>
      </pc:sldChg>
      <pc:sldChg chg="modSp add mod">
        <pc:chgData name="Plato Tse" userId="7e9150dee13f625a" providerId="LiveId" clId="{789CCF97-127F-46D5-ABA8-A2B9DA226070}" dt="2026-03-31T03:52:02.130" v="3034" actId="20577"/>
        <pc:sldMkLst>
          <pc:docMk/>
          <pc:sldMk cId="582294761" sldId="295"/>
        </pc:sldMkLst>
        <pc:spChg chg="mod">
          <ac:chgData name="Plato Tse" userId="7e9150dee13f625a" providerId="LiveId" clId="{789CCF97-127F-46D5-ABA8-A2B9DA226070}" dt="2026-03-31T03:52:02.130" v="3034" actId="20577"/>
          <ac:spMkLst>
            <pc:docMk/>
            <pc:sldMk cId="582294761" sldId="295"/>
            <ac:spMk id="8" creationId="{6579316D-41B6-E6A6-A233-FA83B33177C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174202-076D-4FCC-BB1F-880F8A848A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D0C0A-72EF-4EA2-8D6C-4938445A10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C6063AB-68DD-4467-B9F3-CFD39EF31317}" type="datetime1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B2131-4249-4045-A9F7-9BE0F73F06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80F18-DB0C-473D-93EA-5E50BE9DE5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F20474-88D6-46C9-AFA3-1C3CCC2418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1917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7B0F02-3072-4C07-8D39-FB97D9D5FCA2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B68C18-1BF1-F447-95ED-60EAAE35426E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91759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589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7612-D996-620F-D6F2-22166756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B0863-CADD-2793-FE8F-7EFCE8973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F3615-F3D4-E084-811B-5906A9DBC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50B1B-98CF-FBD0-CBD3-89ED031E4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27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4814-724B-ACCB-9AEF-3DCE9EFC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1E334-FAD2-5B2D-5964-C53593EE4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1417E-FDEA-EC2A-E135-4BF7E4C13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ECA9C-4B42-097B-8782-3AF076855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468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922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415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5385F-70FF-3FDC-8480-49891B8F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2B1F4-77AB-6FA1-BE7B-8ED0E4077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DABE8-2950-A539-718A-59E0D592D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0443B-9FD5-A744-8D8F-AFA6BCC62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668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46CA1-9756-CECE-28DF-4E63087F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6BEB1-8563-EA73-9F78-6C2890725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94C55-A149-C81C-BFA7-C6F11C5D2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08221-C1A6-1FBE-379C-DBC889170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760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EFB8-4858-5B8A-44E1-036090FF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FD80D-6709-309F-89C4-21AB33C53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EF356-9ECC-92E4-4CD1-94338AE78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82A8A-A479-741A-9F6B-F5B66A4FC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003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3A63-ED74-CC7F-B332-4F37188A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5BC19-66F5-B809-4BB5-EAE898237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9E1D3-5F3B-2B2E-8F9E-04A3A68DD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653B2-1BA0-62D7-F969-C90AD3D00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007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412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630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BE2D-C774-8215-6A35-B346467F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1F4BC-1B1A-C730-DB0C-D7E62A04F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44EDF-6DEC-EA00-F476-E7323E573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E3EA4-87AD-7070-22C2-0E4216904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018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0FB2-32E7-C5FB-949A-83E73F88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B8FA-315B-66B9-F9A7-E0E7911E6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90DC3-67E5-8129-48D0-A8CDF7D0D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E071D-CE6F-5E7E-59BD-912865749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678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0EB30-2EFC-D903-5CC4-5B12BB56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28E68-5B4B-1AB7-C987-3929D04E5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49292-1CB6-BD46-6484-38BD6B2BD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86759-0037-53B1-2E4B-56CCF080B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245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605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362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2476-5AB4-0D42-0723-7CD61BFC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F12E3-1B42-F8B1-B0B9-08E52E7CC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4ABF9-863B-3E10-A796-8E6BA23FC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800E1-9757-789B-1975-831670101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793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9EF8F-3B32-9324-51FC-3A917E3D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FD296-0AB2-829E-2DB2-2F7EB8E84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70744-1B04-56E1-A722-E64553FBD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F8644-A99A-3E73-2B53-E0C958E31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0881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C549-A7F9-04FE-4CCB-DEA30501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42B89-A7E2-8F76-0CA8-70CEA771E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2183E-DB4A-6971-9A49-F375E0D7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876BA-F1E8-1C30-D4F5-90BFE5085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5791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76E3-E25A-6DB0-8A6B-244C020C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992AA-BAA3-2F1A-0CCF-553902474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FC532-608C-900F-7CF3-D68780A83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E5482-E506-0149-9D28-22B864FA8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82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E09E-1235-F3B6-04E3-F3277836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65978-F48A-2491-A061-CB39439B6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68989-F8A7-18F7-A4D3-A7ED78FFF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39CAD-6FE5-6C9F-566D-BA1B17205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7879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271B-1D3E-3CFB-B79C-EF64B68F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E46D7-988C-E5BD-0FBE-78385B092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90A0D-831C-85DB-E2B4-13CB96144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A909-4D92-9476-B30F-A02BF0933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935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4FF3-6F10-9473-F8F5-9706F666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05257-A2C4-DB77-4A6B-F28CD5F0B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1546A-3FBA-C622-743B-5FCC0E8C6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CFB9-15FC-3D70-3085-7DAEAAB50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541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78D1-589E-FAA4-4548-BB9E9AFF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B766F-488B-88E0-49AF-72FEDB8AE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69604-E07E-CCB6-68D1-87EBD3AC7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7945A-ACE5-6821-7D90-670F024D5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8B68C18-1BF1-F447-95ED-60EAAE35426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221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rtlCol="0"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43615" y="1367500"/>
            <a:ext cx="2397795" cy="2397795"/>
          </a:xfrm>
          <a:prstGeom prst="ellipse">
            <a:avLst/>
          </a:prstGeom>
          <a:solidFill>
            <a:schemeClr val="bg1"/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en-GB" noProof="0"/>
              <a:t>Insert Portrait Photo</a:t>
            </a:r>
          </a:p>
        </p:txBody>
      </p:sp>
    </p:spTree>
    <p:extLst>
      <p:ext uri="{BB962C8B-B14F-4D97-AF65-F5344CB8AC3E}">
        <p14:creationId xmlns:p14="http://schemas.microsoft.com/office/powerpoint/2010/main" val="182742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2565D1-06D8-4141-9B5F-95C29313C16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04FBD4F5-432F-4C2D-A734-6CC48615F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76178D-3F32-40F0-BDF4-CDEBDAACF6DF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837580B-9009-4524-B820-7ACB27BC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2" name="Straight Connector 11" title="Horizontal Rule Line">
            <a:extLst>
              <a:ext uri="{FF2B5EF4-FFF2-40B4-BE49-F238E27FC236}">
                <a16:creationId xmlns:a16="http://schemas.microsoft.com/office/drawing/2014/main" id="{54F1A406-73A8-450C-B21C-AA9616F476C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 / Icon Bullet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402A71-B2DA-4640-AFBC-A08F749C812D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29" name="Picture Placeholder 30">
            <a:extLst>
              <a:ext uri="{FF2B5EF4-FFF2-40B4-BE49-F238E27FC236}">
                <a16:creationId xmlns:a16="http://schemas.microsoft.com/office/drawing/2014/main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0" name="Picture Placeholder 32">
            <a:extLst>
              <a:ext uri="{FF2B5EF4-FFF2-40B4-BE49-F238E27FC236}">
                <a16:creationId xmlns:a16="http://schemas.microsoft.com/office/drawing/2014/main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1" name="Picture Placeholder 34">
            <a:extLst>
              <a:ext uri="{FF2B5EF4-FFF2-40B4-BE49-F238E27FC236}">
                <a16:creationId xmlns:a16="http://schemas.microsoft.com/office/drawing/2014/main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418798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Bullets in a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62550" y="2019300"/>
            <a:ext cx="1944000" cy="2700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en-GB" noProof="0"/>
              <a:t>Event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735262-5D60-41D9-A9B6-FF5E468F41DF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806" y="2019300"/>
            <a:ext cx="1943100" cy="2700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en-GB" noProof="0"/>
              <a:t>Event Description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163" y="2019300"/>
            <a:ext cx="1943100" cy="2700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en-GB" noProof="0"/>
              <a:t>Event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0550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53356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5713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1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D3A9150-039F-4FB9-B8A2-F8F4040C0201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91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Image / Icon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Page Number Shape">
            <a:extLst>
              <a:ext uri="{FF2B5EF4-FFF2-40B4-BE49-F238E27FC236}">
                <a16:creationId xmlns:a16="http://schemas.microsoft.com/office/drawing/2014/main" id="{4C028BF1-8F7F-4E8E-9D47-05D46323E336}"/>
              </a:ext>
            </a:extLst>
          </p:cNvPr>
          <p:cNvSpPr/>
          <p:nvPr userDrawn="1"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2DDA0E7-BF30-41B3-BA7F-0CB648457625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2325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dium Photos with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831932"/>
            <a:ext cx="3833906" cy="1562638"/>
          </a:xfrm>
        </p:spPr>
        <p:txBody>
          <a:bodyPr rtlCol="0" anchor="b"/>
          <a:lstStyle>
            <a:lvl1pPr>
              <a:defRPr/>
            </a:lvl1pPr>
          </a:lstStyle>
          <a:p>
            <a:pPr rtl="0"/>
            <a:r>
              <a:rPr lang="en-GB" noProof="0"/>
              <a:t>Click to edit your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F5BBF8-60EF-4A58-8AA1-0E5D107F711D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573117"/>
            <a:ext cx="3842550" cy="1178396"/>
          </a:xfrm>
        </p:spPr>
        <p:txBody>
          <a:bodyPr rtlCol="0"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424736" y="482857"/>
            <a:ext cx="2179814" cy="217981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en-GB" noProof="0"/>
              <a:t>Insert Portrait Photo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Item Description</a:t>
            </a:r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34550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67581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500613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34550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1" name="Picture Placeholder 32">
            <a:extLst>
              <a:ext uri="{FF2B5EF4-FFF2-40B4-BE49-F238E27FC236}">
                <a16:creationId xmlns:a16="http://schemas.microsoft.com/office/drawing/2014/main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67581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  <p:sp>
        <p:nvSpPr>
          <p:cNvPr id="32" name="Picture Placeholder 34">
            <a:extLst>
              <a:ext uri="{FF2B5EF4-FFF2-40B4-BE49-F238E27FC236}">
                <a16:creationId xmlns:a16="http://schemas.microsoft.com/office/drawing/2014/main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500163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GB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10807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rtlCol="0"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5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rtlCol="0" anchor="t">
            <a:normAutofit/>
          </a:bodyPr>
          <a:lstStyle>
            <a:lvl1pPr>
              <a:lnSpc>
                <a:spcPct val="85000"/>
              </a:lnSpc>
              <a:defRPr sz="770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7673" y="1393748"/>
            <a:ext cx="8401429" cy="819150"/>
          </a:xfrm>
        </p:spPr>
        <p:txBody>
          <a:bodyPr rtlCol="0"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 rtlCol="0"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1C896760-A52A-4B0A-9FCE-F159B68F95D1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 rtlCol="0"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5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AB8D192-CAF1-4A2C-85C9-1EDA35A31CD8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C751F3-ABD6-4995-8494-4932D12ACE1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326063" y="559678"/>
            <a:ext cx="6103937" cy="5191835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545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14259A3-C037-4D15-8CC5-E62C0AAC312D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 rtl="0"/>
            <a:r>
              <a:rPr lang="en-GB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466EC8C-C8BE-4149-A684-18CFF4574C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7488" y="559678"/>
            <a:ext cx="6132512" cy="5191835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87491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7"/>
            <a:ext cx="3833906" cy="5274923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591F197-EE82-41CF-B217-E65F4EC035C7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89D34E-DF9E-41B7-A5EC-B9D63999B3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1600" y="559678"/>
            <a:ext cx="6172200" cy="5617285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261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181600" y="540628"/>
            <a:ext cx="6248400" cy="2488946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81600" y="3712467"/>
            <a:ext cx="6248400" cy="248222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29CDE9-2DFB-42D0-9AF7-220768F44449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430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81600" y="558065"/>
            <a:ext cx="6245352" cy="914400"/>
          </a:xfrm>
        </p:spPr>
        <p:txBody>
          <a:bodyPr rtlCol="0"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81600" y="1526671"/>
            <a:ext cx="6245352" cy="175564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81600" y="3700826"/>
            <a:ext cx="6248400" cy="914400"/>
          </a:xfrm>
        </p:spPr>
        <p:txBody>
          <a:bodyPr rtlCol="0"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81600" y="4669432"/>
            <a:ext cx="6245352" cy="175564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259DA5-60B7-4DC7-997E-4ADDE1E2373F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77019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4DD31-347E-4B54-B7FB-ECCF31FD43E0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4344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9DEBE6-9705-4629-B2E2-B813F3EFD0D0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23902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fld id="{F887B716-D79C-4B40-B931-1D91F43C7E50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pPr rtl="0"/>
            <a:fld id="{13D2E340-0663-474B-992C-9192B5C45E57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09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9" r:id="rId1"/>
    <p:sldLayoutId id="2147484480" r:id="rId2"/>
    <p:sldLayoutId id="2147484495" r:id="rId3"/>
    <p:sldLayoutId id="2147484490" r:id="rId4"/>
    <p:sldLayoutId id="2147484491" r:id="rId5"/>
    <p:sldLayoutId id="2147484492" r:id="rId6"/>
    <p:sldLayoutId id="2147484493" r:id="rId7"/>
    <p:sldLayoutId id="2147484496" r:id="rId8"/>
    <p:sldLayoutId id="2147484481" r:id="rId9"/>
    <p:sldLayoutId id="2147484498" r:id="rId10"/>
    <p:sldLayoutId id="2147484499" r:id="rId11"/>
    <p:sldLayoutId id="2147484500" r:id="rId12"/>
    <p:sldLayoutId id="2147484482" r:id="rId13"/>
    <p:sldLayoutId id="2147484483" r:id="rId14"/>
    <p:sldLayoutId id="2147484484" r:id="rId15"/>
    <p:sldLayoutId id="2147484485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nthropedia.org/the-science-of-well-bein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9374-8EAE-4873-9BB6-F6C630302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776678" cy="4268965"/>
          </a:xfrm>
        </p:spPr>
        <p:txBody>
          <a:bodyPr rtlCol="0">
            <a:normAutofit/>
          </a:bodyPr>
          <a:lstStyle/>
          <a:p>
            <a:pPr rtl="0"/>
            <a:r>
              <a:rPr lang="en-GB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HUMA2921</a:t>
            </a:r>
            <a:br>
              <a:rPr lang="en-GB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GB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Ethical Theories and Contemporary Issues</a:t>
            </a:r>
            <a:endParaRPr lang="en-GB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2C4E3-AFAF-4630-AF6D-21FB3C29C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666" y="3880237"/>
            <a:ext cx="4633806" cy="1862029"/>
          </a:xfrm>
        </p:spPr>
        <p:txBody>
          <a:bodyPr rtlCol="0"/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Plato Tse</a:t>
            </a:r>
          </a:p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NCCU &amp; HKUST</a:t>
            </a:r>
          </a:p>
        </p:txBody>
      </p:sp>
      <p:pic>
        <p:nvPicPr>
          <p:cNvPr id="8" name="Picture Placeholder 7" descr="A painting of a person holding a pole&#10;&#10;AI-generated content may be incorrect.">
            <a:extLst>
              <a:ext uri="{FF2B5EF4-FFF2-40B4-BE49-F238E27FC236}">
                <a16:creationId xmlns:a16="http://schemas.microsoft.com/office/drawing/2014/main" id="{BD5FA3F6-CA85-B6A3-1D00-424D544269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9388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85D44-7BC4-72CB-A87D-4792E14C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065B57-247B-FEF7-35BC-F85D1F59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59678"/>
            <a:ext cx="4291106" cy="4952492"/>
          </a:xfrm>
        </p:spPr>
        <p:txBody>
          <a:bodyPr rtlCol="0"/>
          <a:lstStyle/>
          <a:p>
            <a:pPr rtl="0"/>
            <a:r>
              <a:rPr lang="en-US" dirty="0"/>
              <a:t>Ethical Egoism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B037A-5AD3-86F6-5942-22B3F7E933EF}"/>
              </a:ext>
            </a:extLst>
          </p:cNvPr>
          <p:cNvSpPr txBox="1"/>
          <p:nvPr/>
        </p:nvSpPr>
        <p:spPr>
          <a:xfrm>
            <a:off x="5168347" y="559678"/>
            <a:ext cx="6602412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GB" sz="36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What makes an action right or wrong is how the action in question would affect the self-interest of the individual who acts.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Consequentialist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Welfarist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Agent-Relative (or Agent-Centered)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Maximizing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36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Prudentialist</a:t>
            </a:r>
            <a:endParaRPr lang="en-GB" sz="36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65AFD4-B7AE-8BAF-6EB4-727A283B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84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E9BC-EFE7-8138-3BD0-F32624A8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CFFB-2C33-F99E-4D4B-B23ADBF5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305054"/>
            <a:ext cx="4116935" cy="2557416"/>
          </a:xfrm>
        </p:spPr>
        <p:txBody>
          <a:bodyPr rtlCol="0">
            <a:noAutofit/>
          </a:bodyPr>
          <a:lstStyle/>
          <a:p>
            <a:r>
              <a:rPr lang="en-US" dirty="0"/>
              <a:t>Theory of Right Conduct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47B17F-ECA2-8582-2E9E-41BF6476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3</a:t>
            </a:fld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3795E-6FC3-81C9-9A90-042DF215BA4B}"/>
              </a:ext>
            </a:extLst>
          </p:cNvPr>
          <p:cNvSpPr txBox="1"/>
          <p:nvPr/>
        </p:nvSpPr>
        <p:spPr>
          <a:xfrm>
            <a:off x="5181599" y="305054"/>
            <a:ext cx="6602412" cy="49524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 algn="just" rtl="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An action A performed by person P in circumstances C is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obligatory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iff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P’s performing A in C would produce a higher agent utility than any other action P could perform instead.</a:t>
            </a:r>
          </a:p>
          <a:p>
            <a:pPr marL="514350" indent="-514350" algn="just" rtl="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An action A performed by P in C is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wrong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iff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P’s performing A in C would produce a lower agent utility than some other action P could perform instead.</a:t>
            </a:r>
          </a:p>
        </p:txBody>
      </p:sp>
    </p:spTree>
    <p:extLst>
      <p:ext uri="{BB962C8B-B14F-4D97-AF65-F5344CB8AC3E}">
        <p14:creationId xmlns:p14="http://schemas.microsoft.com/office/powerpoint/2010/main" val="127078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59678"/>
            <a:ext cx="4291106" cy="4952492"/>
          </a:xfrm>
        </p:spPr>
        <p:txBody>
          <a:bodyPr rtlCol="0"/>
          <a:lstStyle/>
          <a:p>
            <a:r>
              <a:rPr lang="en-US" dirty="0"/>
              <a:t>Theory of Right Conduct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4956313" y="685800"/>
            <a:ext cx="6827698" cy="49524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An action A performed by P in C is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optional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iff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P’s performing A in C would produce at least as much agent utility as would any other action P could perform instead, and there is at least one other action P could perform that would promote at least as much agent utility as would 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30775-E195-4C4C-93B0-0261753A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97F4D-F280-472F-9307-25B3E6BD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559678"/>
            <a:ext cx="4116935" cy="2221622"/>
          </a:xfrm>
        </p:spPr>
        <p:txBody>
          <a:bodyPr rtlCol="0">
            <a:normAutofit/>
          </a:bodyPr>
          <a:lstStyle/>
          <a:p>
            <a:r>
              <a:rPr lang="en-US" dirty="0"/>
              <a:t>Ethical Egoism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761CE6-695A-0941-954E-A6BD7E16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5</a:t>
            </a:fld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9FE37-E63F-6B83-3B38-614E7772BF5D}"/>
              </a:ext>
            </a:extLst>
          </p:cNvPr>
          <p:cNvSpPr txBox="1"/>
          <p:nvPr/>
        </p:nvSpPr>
        <p:spPr>
          <a:xfrm>
            <a:off x="5181599" y="305054"/>
            <a:ext cx="6602412" cy="49524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rtl="0"/>
            <a:r>
              <a:rPr lang="en-US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EE: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An action A performed by person P in circumstance C is right (not wrong) </a:t>
            </a:r>
            <a:r>
              <a:rPr lang="en-GB" sz="3200" i="1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iff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 P’s performing A in C would produce at least as much agent utility as would any other action P might perform instead. </a:t>
            </a: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endParaRPr lang="en-GB" sz="3200" i="1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This definition of EE looks similar to the definition of optional action. Can you tell the difference? </a:t>
            </a:r>
          </a:p>
        </p:txBody>
      </p:sp>
    </p:spTree>
    <p:extLst>
      <p:ext uri="{BB962C8B-B14F-4D97-AF65-F5344CB8AC3E}">
        <p14:creationId xmlns:p14="http://schemas.microsoft.com/office/powerpoint/2010/main" val="29897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3EB3-9E33-A774-40CE-4653C9CC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8094-FAFA-0AF5-4688-6E97661A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78" y="559678"/>
            <a:ext cx="4065328" cy="2221622"/>
          </a:xfrm>
        </p:spPr>
        <p:txBody>
          <a:bodyPr rtlCol="0">
            <a:normAutofit/>
          </a:bodyPr>
          <a:lstStyle/>
          <a:p>
            <a:r>
              <a:rPr lang="en-GB" dirty="0"/>
              <a:t>Forms of Egoism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F5447-EB0B-C3D3-9C29-329E67F6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6</a:t>
            </a:fld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924C4A-5D52-2E83-5910-D093650F9298}"/>
              </a:ext>
            </a:extLst>
          </p:cNvPr>
          <p:cNvSpPr txBox="1"/>
          <p:nvPr/>
        </p:nvSpPr>
        <p:spPr>
          <a:xfrm>
            <a:off x="5181599" y="559678"/>
            <a:ext cx="6593768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Ethical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Can be further subdivided into </a:t>
            </a:r>
            <a:r>
              <a:rPr lang="en-US" sz="36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objectivist</a:t>
            </a:r>
            <a:r>
              <a:rPr lang="en-US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 vs </a:t>
            </a:r>
            <a:r>
              <a:rPr lang="en-US" sz="36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subjectivist</a:t>
            </a:r>
            <a:r>
              <a:rPr lang="en-US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endParaRPr lang="en-GB" sz="28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SEE: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An action A performed by person P in circumstance C is right (not wrong) </a:t>
            </a:r>
            <a:r>
              <a:rPr lang="en-GB" sz="3200" i="1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iff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 performing A in C is the action that P believes would produce at least as much agent utility as would any other action P might perform instead. </a:t>
            </a:r>
            <a:endParaRPr lang="en-US" sz="3200" i="1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1672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424A-792B-5B72-38E7-DF1330B2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1727-547D-9591-6845-2AD3D67C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559678"/>
            <a:ext cx="4116935" cy="2221622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Rational Egoism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591D4-3B37-F537-1891-75C3CFEE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7</a:t>
            </a:fld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C1F4E-2200-708A-B8D1-8631A46C318F}"/>
              </a:ext>
            </a:extLst>
          </p:cNvPr>
          <p:cNvSpPr txBox="1"/>
          <p:nvPr/>
        </p:nvSpPr>
        <p:spPr>
          <a:xfrm>
            <a:off x="5181599" y="305054"/>
            <a:ext cx="6602412" cy="49524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rtl="0"/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RE: An action A performed by person P in circumstance C is rational (in the sense of being rationally permissible) </a:t>
            </a:r>
            <a:r>
              <a:rPr lang="en-GB" sz="3200" i="1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iff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 performing A in C would produce at least as much agent utility as would any other action P might perform instead.</a:t>
            </a: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While RE and EE address different questions, they are cousins:</a:t>
            </a:r>
          </a:p>
          <a:p>
            <a:pPr marL="514350" indent="-514350" algn="just" rtl="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What makes an action rational or irrational?</a:t>
            </a:r>
          </a:p>
          <a:p>
            <a:pPr marL="514350" indent="-514350" algn="just" rtl="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What makes an action right or wrong?</a:t>
            </a: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363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8120E-9627-E8B6-0676-48153557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00BE-D86B-A4A6-DE70-CA6F3D69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78" y="559678"/>
            <a:ext cx="4065328" cy="1812461"/>
          </a:xfrm>
        </p:spPr>
        <p:txBody>
          <a:bodyPr rtlCol="0">
            <a:normAutofit/>
          </a:bodyPr>
          <a:lstStyle/>
          <a:p>
            <a:r>
              <a:rPr lang="en-GB" dirty="0"/>
              <a:t>Rational Egoism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ECA03-3A27-17E7-F62F-84CE5315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8</a:t>
            </a:fld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A1E901-2F79-6974-E428-93399DC0DC0E}"/>
              </a:ext>
            </a:extLst>
          </p:cNvPr>
          <p:cNvSpPr txBox="1"/>
          <p:nvPr/>
        </p:nvSpPr>
        <p:spPr>
          <a:xfrm>
            <a:off x="5181599" y="559678"/>
            <a:ext cx="6593768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Their distinction (and relation) is addressed in response to the complaint that EE is not a moral theory.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It is a common assumption that it is always rational to do what is morally right. In other words, a moral theory attempts to capture one kind of rational action.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EE competes with any theory that denies that all morally right action is necessarily self-interested action.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GB" sz="28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461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25B4A-A9AF-F20C-341C-3A544060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A5C96-AB1E-E384-CC3E-59F71191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7" y="559678"/>
            <a:ext cx="4317610" cy="2221622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Psychological Egoism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C99ABB-F367-3BC5-2017-FB8F8742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9</a:t>
            </a:fld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A0C60-3916-4BD3-EE6E-3BC8CFF43339}"/>
              </a:ext>
            </a:extLst>
          </p:cNvPr>
          <p:cNvSpPr txBox="1"/>
          <p:nvPr/>
        </p:nvSpPr>
        <p:spPr>
          <a:xfrm>
            <a:off x="5181599" y="305054"/>
            <a:ext cx="6602412" cy="49524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rtl="0"/>
            <a:r>
              <a:rPr lang="en-GB" sz="36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PE: Any action a human agent deliberately performs always has as its ultimate motivation that agent’s self-interest.</a:t>
            </a: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Egoistic vs Altruistic motives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Motivated by a desire to benefit yourself vs to benefit others</a:t>
            </a: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it-IT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Ultimate vs Non-Ultimate </a:t>
            </a:r>
            <a:r>
              <a:rPr lang="it-IT" sz="36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motives</a:t>
            </a:r>
            <a:endParaRPr lang="it-IT" sz="36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PE: self-</a:t>
            </a:r>
            <a:r>
              <a:rPr lang="it-IT" sz="32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interest</a:t>
            </a:r>
            <a:r>
              <a:rPr lang="it-IT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is</a:t>
            </a:r>
            <a:r>
              <a:rPr lang="it-IT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the ultimate </a:t>
            </a:r>
            <a:r>
              <a:rPr lang="it-IT" sz="32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aim</a:t>
            </a: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82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F34B-93F5-46C0-9BEC-B1A8D550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33" y="559678"/>
            <a:ext cx="4179273" cy="2221622"/>
          </a:xfrm>
        </p:spPr>
        <p:txBody>
          <a:bodyPr rtlCol="0">
            <a:normAutofit/>
          </a:bodyPr>
          <a:lstStyle/>
          <a:p>
            <a:r>
              <a:rPr lang="en-GB" dirty="0"/>
              <a:t>Psychological Egoism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944DD-F200-6B48-8A79-099A0899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10</a:t>
            </a:fld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A365B-4C2F-2351-93F8-FD34668116E1}"/>
              </a:ext>
            </a:extLst>
          </p:cNvPr>
          <p:cNvSpPr txBox="1"/>
          <p:nvPr/>
        </p:nvSpPr>
        <p:spPr>
          <a:xfrm>
            <a:off x="5181599" y="559678"/>
            <a:ext cx="6593768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Distinct from </a:t>
            </a:r>
            <a:r>
              <a:rPr lang="en-US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psychological hedonism </a:t>
            </a:r>
            <a:r>
              <a:rPr lang="en-US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(PE allows ultimate motives beyond pleasure)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PE </a:t>
            </a:r>
            <a:r>
              <a:rPr lang="en-US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doesn’t</a:t>
            </a:r>
            <a:r>
              <a:rPr lang="en-US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say 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everyone is always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consciously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thinking about how they can promote their self-interest.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People can have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false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beliefs about what would promote their self-interest.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Distinguish between short-term and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long-term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motivation</a:t>
            </a:r>
            <a:endParaRPr lang="en-US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747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DA9A-F01A-481E-A192-F11CA07C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8" y="230819"/>
            <a:ext cx="4238097" cy="2366607"/>
          </a:xfrm>
        </p:spPr>
        <p:txBody>
          <a:bodyPr rtlCol="0">
            <a:normAutofit/>
          </a:bodyPr>
          <a:lstStyle/>
          <a:p>
            <a:r>
              <a:rPr lang="en-GB" sz="4400" dirty="0"/>
              <a:t>Psychological Egoism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7ECEE9-580B-8B4A-919F-4C04337C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11</a:t>
            </a:fld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0AB508-2913-4EE2-5303-4456A2553371}"/>
              </a:ext>
            </a:extLst>
          </p:cNvPr>
          <p:cNvSpPr txBox="1"/>
          <p:nvPr/>
        </p:nvSpPr>
        <p:spPr>
          <a:xfrm>
            <a:off x="5181599" y="230819"/>
            <a:ext cx="6248401" cy="54074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PE refers to deliberate actions.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It is the </a:t>
            </a: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ultimate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object or target of a motive that determines whether it is self-interested.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PE is opposed by psychological altruism: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PA: Human agents can and sometimes do act from the ultimate motive of benefitting others.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Subject to empirical, scientific investigation</a:t>
            </a:r>
          </a:p>
        </p:txBody>
      </p:sp>
    </p:spTree>
    <p:extLst>
      <p:ext uri="{BB962C8B-B14F-4D97-AF65-F5344CB8AC3E}">
        <p14:creationId xmlns:p14="http://schemas.microsoft.com/office/powerpoint/2010/main" val="328979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BB3C1-A37E-886A-909B-53E077AC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908A0-65FF-2705-D664-4522AA454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32" y="559678"/>
            <a:ext cx="4179273" cy="2602622"/>
          </a:xfrm>
        </p:spPr>
        <p:txBody>
          <a:bodyPr rtlCol="0">
            <a:normAutofit/>
          </a:bodyPr>
          <a:lstStyle/>
          <a:p>
            <a:r>
              <a:rPr lang="en-US" sz="4400" b="1" dirty="0"/>
              <a:t>Argument from PE to EE</a:t>
            </a:r>
            <a:endParaRPr lang="en-GB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A53E5-FEE5-118D-CD36-C66764E3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12</a:t>
            </a:fld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D17366-2D5D-EBCB-C069-47BBF0111A8A}"/>
              </a:ext>
            </a:extLst>
          </p:cNvPr>
          <p:cNvSpPr txBox="1"/>
          <p:nvPr/>
        </p:nvSpPr>
        <p:spPr>
          <a:xfrm>
            <a:off x="5181599" y="559678"/>
            <a:ext cx="6593768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ea typeface="PMingLiU" panose="02020500000000000000" pitchFamily="18" charset="-120"/>
              </a:rPr>
              <a:t>If there are any actions that one is morally obligated to perform, then one can perform them (“ought” implies “can”).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ea typeface="PMingLiU" panose="02020500000000000000" pitchFamily="18" charset="-120"/>
              </a:rPr>
              <a:t>If an action is one that one (psychologically) can perform, then it is an action whose performance is ultimately motivated by one’s self-interest (from PE).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ea typeface="PMingLiU" panose="02020500000000000000" pitchFamily="18" charset="-120"/>
              </a:rPr>
              <a:t>If there are any actions that one is morally obligated to perform, they are actions whose performance is ultimately motivated by one’s self-interest (from 1 and 2).</a:t>
            </a:r>
          </a:p>
        </p:txBody>
      </p:sp>
    </p:spTree>
    <p:extLst>
      <p:ext uri="{BB962C8B-B14F-4D97-AF65-F5344CB8AC3E}">
        <p14:creationId xmlns:p14="http://schemas.microsoft.com/office/powerpoint/2010/main" val="219516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BF37F-3E74-594E-C7DE-E08CA8A5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C0E1-92E9-F470-195D-C5A870DB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842" y="230819"/>
            <a:ext cx="4026063" cy="3198181"/>
          </a:xfrm>
        </p:spPr>
        <p:txBody>
          <a:bodyPr rtlCol="0">
            <a:normAutofit/>
          </a:bodyPr>
          <a:lstStyle/>
          <a:p>
            <a:r>
              <a:rPr lang="en-US" sz="4400" b="1" dirty="0"/>
              <a:t>Argument from PE to EE</a:t>
            </a:r>
            <a:endParaRPr lang="en-GB" sz="4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B71140-9C05-953D-8182-42956B2C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13</a:t>
            </a:fld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99548-9BE0-D501-1E59-8D8CC60A2A49}"/>
              </a:ext>
            </a:extLst>
          </p:cNvPr>
          <p:cNvSpPr txBox="1"/>
          <p:nvPr/>
        </p:nvSpPr>
        <p:spPr>
          <a:xfrm>
            <a:off x="5022574" y="230819"/>
            <a:ext cx="6761437" cy="60242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There are actions that one is morally obligated to perform.</a:t>
            </a:r>
          </a:p>
          <a:p>
            <a:pPr marL="742950" indent="-742950">
              <a:buFont typeface="+mj-lt"/>
              <a:buAutoNum type="arabicPeriod" startAt="4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All obligatory actions are </a:t>
            </a:r>
            <a:r>
              <a:rPr lang="en-GB" sz="32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are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ultimately motivated by one’s self-interest.</a:t>
            </a:r>
          </a:p>
          <a:p>
            <a:pPr marL="742950" indent="-742950">
              <a:buFont typeface="+mj-lt"/>
              <a:buAutoNum type="arabicPeriod" startAt="4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If all obligatory actions are ultimately motivated by one’s self-interest, then all obligatory actions serve to maximize one’s self-interest.</a:t>
            </a:r>
          </a:p>
          <a:p>
            <a:pPr marL="742950" indent="-742950">
              <a:buFont typeface="+mj-lt"/>
              <a:buAutoNum type="arabicPeriod" startAt="4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All obligatory actions serves to maximize one’s self-interest. (= EE)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GB" sz="26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353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6A52-D0EF-2DB8-E3D9-AA5A27FD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3335-C8F6-0B4A-66B9-BF39D79C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78" y="559678"/>
            <a:ext cx="4065328" cy="2221622"/>
          </a:xfrm>
        </p:spPr>
        <p:txBody>
          <a:bodyPr rtlCol="0">
            <a:normAutofit fontScale="90000"/>
          </a:bodyPr>
          <a:lstStyle/>
          <a:p>
            <a:r>
              <a:rPr lang="en-US" sz="4400" b="1" dirty="0"/>
              <a:t>Is Psychological Egoism True? </a:t>
            </a:r>
            <a:endParaRPr lang="en-GB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FD86E-89DD-02B2-93BC-6F34B6FD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14</a:t>
            </a:fld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F09343-1CC0-6B70-EF46-FD8285E176D3}"/>
              </a:ext>
            </a:extLst>
          </p:cNvPr>
          <p:cNvSpPr txBox="1"/>
          <p:nvPr/>
        </p:nvSpPr>
        <p:spPr>
          <a:xfrm>
            <a:off x="5181599" y="559678"/>
            <a:ext cx="6593768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Are people who help others in distress ultimately moved to do so by self-interested motives?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Pro-egoistic explanations: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Aversive-empathic arousal reduction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ea typeface="PMingLiU" panose="02020500000000000000" pitchFamily="18" charset="-120"/>
              </a:rPr>
              <a:t>Helping others is a means of reducing or eliminating their discomfort or distress.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Self-punishment avoidance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Social esteem/self-rewards attraction</a:t>
            </a:r>
          </a:p>
        </p:txBody>
      </p:sp>
    </p:spTree>
    <p:extLst>
      <p:ext uri="{BB962C8B-B14F-4D97-AF65-F5344CB8AC3E}">
        <p14:creationId xmlns:p14="http://schemas.microsoft.com/office/powerpoint/2010/main" val="2180084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DA9A-F01A-481E-A192-F11CA07C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sz="4400" b="1" dirty="0"/>
              <a:t>Is Psychological Egoism True? </a:t>
            </a:r>
            <a:endParaRPr lang="en-GB" sz="4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7ECEE9-580B-8B4A-919F-4C04337C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15</a:t>
            </a:fld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0AB508-2913-4EE2-5303-4456A2553371}"/>
              </a:ext>
            </a:extLst>
          </p:cNvPr>
          <p:cNvSpPr txBox="1"/>
          <p:nvPr/>
        </p:nvSpPr>
        <p:spPr>
          <a:xfrm>
            <a:off x="5181599" y="559678"/>
            <a:ext cx="6602412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If PE is right: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If people who help others in distress also benefit from helping, and if they are given the opportunity to obtain the benefit without helping, they would not help.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The American social psychologist Charles Daniel Batson designed experiments to test if that were the case. </a:t>
            </a:r>
          </a:p>
        </p:txBody>
      </p:sp>
    </p:spTree>
    <p:extLst>
      <p:ext uri="{BB962C8B-B14F-4D97-AF65-F5344CB8AC3E}">
        <p14:creationId xmlns:p14="http://schemas.microsoft.com/office/powerpoint/2010/main" val="3039832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5181599" y="655100"/>
            <a:ext cx="6602412" cy="55750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Participants observe a “worker” receiving a series of uncomfortable shocks.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One group: if they do not help, they will not have to continue observing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Another group: if they do not help, they will continue to observe the worker being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Egoism predicts that fewer participants would choose to help. But that is not true.  </a:t>
            </a: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30775-E195-4C4C-93B0-0261753A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16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71B7C-1714-5F7C-11A5-D2C788A7767C}"/>
              </a:ext>
            </a:extLst>
          </p:cNvPr>
          <p:cNvSpPr txBox="1">
            <a:spLocks/>
          </p:cNvSpPr>
          <p:nvPr/>
        </p:nvSpPr>
        <p:spPr>
          <a:xfrm>
            <a:off x="407989" y="1220984"/>
            <a:ext cx="4065328" cy="22216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/>
              <a:t>Is Psychological Egoism True? 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1337185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BDBB-490C-21D7-AD60-057F169C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3F05-3D40-CD2F-A710-126D69C6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sz="4400" b="1" dirty="0"/>
              <a:t>Is Psychological Egoism True? </a:t>
            </a:r>
            <a:endParaRPr lang="en-GB" sz="4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4984A1-F58D-9827-DA3E-B329B8A1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17</a:t>
            </a:fld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9A87D9-5A68-FF6A-CF23-1B35D417E51D}"/>
              </a:ext>
            </a:extLst>
          </p:cNvPr>
          <p:cNvSpPr txBox="1"/>
          <p:nvPr/>
        </p:nvSpPr>
        <p:spPr>
          <a:xfrm>
            <a:off x="5181599" y="559678"/>
            <a:ext cx="6602412" cy="5078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The “What You Most Want” Argument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Whenever anyone acts, they necessarily always do whatever they most 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want</a:t>
            </a: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 to do, given their options.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If anyone necessarily does what they most want to do, then they are necessarily acting out of the motive of self-interest.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Whenever anyone acts, they necessarily always act out of the motive of self-interest (=PE).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9285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A033-96ED-23F2-708D-64665EAA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5BE152-C1CF-04DE-757B-653B3C215612}"/>
              </a:ext>
            </a:extLst>
          </p:cNvPr>
          <p:cNvSpPr txBox="1"/>
          <p:nvPr/>
        </p:nvSpPr>
        <p:spPr>
          <a:xfrm>
            <a:off x="5181599" y="655100"/>
            <a:ext cx="6602412" cy="55750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The “What You Most Want” Argument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The liking sense: What one wants to do: one feels some attraction toward doing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P1 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The explanatory sense: Whenever one chooses to do something, it always makes sense to explain the behaviour in terms of a combination of the agent’s beliefs and some motivating factor, a desire or want.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P2 can be false  </a:t>
            </a:r>
            <a:endParaRPr lang="en-US" sz="32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560F1-99D4-642C-F3AB-A206E299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18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F4C31-1E58-34D1-1712-8D743CC76747}"/>
              </a:ext>
            </a:extLst>
          </p:cNvPr>
          <p:cNvSpPr txBox="1">
            <a:spLocks/>
          </p:cNvSpPr>
          <p:nvPr/>
        </p:nvSpPr>
        <p:spPr>
          <a:xfrm>
            <a:off x="407989" y="1220984"/>
            <a:ext cx="4065328" cy="2221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Is Psychological Egoism True? 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58496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90BE-ED03-A479-6E8D-A045746A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B745-99DE-21FE-CBBA-84A780E3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7"/>
            <a:ext cx="3833906" cy="2289539"/>
          </a:xfrm>
        </p:spPr>
        <p:txBody>
          <a:bodyPr rtlCol="0">
            <a:normAutofit fontScale="90000"/>
          </a:bodyPr>
          <a:lstStyle/>
          <a:p>
            <a:r>
              <a:rPr lang="en-US" sz="4400" b="1" dirty="0"/>
              <a:t>Is Psychological Egoism True? </a:t>
            </a:r>
            <a:br>
              <a:rPr lang="en-GB" sz="4400" dirty="0"/>
            </a:br>
            <a:endParaRPr lang="en-GB" sz="4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518A08-C94B-3764-5B99-F68013B8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19</a:t>
            </a:fld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8E10D4-EDDE-2CBD-7896-AA10D691CF83}"/>
              </a:ext>
            </a:extLst>
          </p:cNvPr>
          <p:cNvSpPr txBox="1"/>
          <p:nvPr/>
        </p:nvSpPr>
        <p:spPr>
          <a:xfrm>
            <a:off x="5035826" y="331304"/>
            <a:ext cx="6748185" cy="53069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i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The Satisfaction Argument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The result of having one’s desired goals or aims met (or getting what one wants) is that the desire is satisfied.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But </a:t>
            </a:r>
            <a:r>
              <a:rPr lang="en-GB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satisfaction is an experience that involves some degree of positive feeling</a:t>
            </a: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—if not pleasure then at least relief.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Whenever one acts, one’s actions are ultimately motivated by the pleasure (or relief) one gets from satisfying the desire.</a:t>
            </a:r>
          </a:p>
          <a:p>
            <a:pPr marL="514350" indent="-514350">
              <a:buFont typeface="+mj-lt"/>
              <a:buAutoNum type="arabicPeriod"/>
            </a:pPr>
            <a:endParaRPr lang="en-US" sz="3200" i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9713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D1792-A51B-1539-433D-4ECF7A1F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D5BF27-12B8-BFEA-BF56-5C15C3221B43}"/>
              </a:ext>
            </a:extLst>
          </p:cNvPr>
          <p:cNvSpPr txBox="1"/>
          <p:nvPr/>
        </p:nvSpPr>
        <p:spPr>
          <a:xfrm>
            <a:off x="5181599" y="655100"/>
            <a:ext cx="6602412" cy="55750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The Pleasure Argument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All desires are </a:t>
            </a:r>
            <a:r>
              <a:rPr lang="en-GB" sz="36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ultimately</a:t>
            </a: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 based on the motive of bringing about as much pleasure for oneself as possible and must be so based.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If one’s fundamental motive is necessarily a desire for one’s own (maximal) pleasure, then PE is true.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>
                <a:latin typeface="Times New Roman" panose="02020603050405020304" pitchFamily="18" charset="0"/>
                <a:ea typeface="PMingLiU" panose="02020500000000000000" pitchFamily="18" charset="-120"/>
              </a:rPr>
              <a:t>PE is true.</a:t>
            </a:r>
          </a:p>
          <a:p>
            <a:pPr marL="514350" indent="-514350">
              <a:buFont typeface="+mj-lt"/>
              <a:buAutoNum type="arabicPeriod"/>
            </a:pP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A9ED-E56B-4402-FB6F-4A1BBB0C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20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18EF1-8ED4-0ED2-BB55-44A02F747372}"/>
              </a:ext>
            </a:extLst>
          </p:cNvPr>
          <p:cNvSpPr txBox="1">
            <a:spLocks/>
          </p:cNvSpPr>
          <p:nvPr/>
        </p:nvSpPr>
        <p:spPr>
          <a:xfrm>
            <a:off x="407989" y="1220984"/>
            <a:ext cx="4065328" cy="2221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Is Psychological Egoism True? 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90015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8AA6-0319-A34B-226D-6BB34A08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D832-089B-764C-D624-6F2A2E1B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1481158"/>
          </a:xfrm>
        </p:spPr>
        <p:txBody>
          <a:bodyPr rtlCol="0">
            <a:normAutofit/>
          </a:bodyPr>
          <a:lstStyle/>
          <a:p>
            <a:r>
              <a:rPr lang="en-US" sz="4400" b="1" dirty="0"/>
              <a:t>Evaluation</a:t>
            </a:r>
            <a:endParaRPr lang="en-GB" sz="4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7B4750-8AF9-2747-1210-1FE976C6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21</a:t>
            </a:fld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58E93C-A221-6EF6-3CE2-510CA14CD509}"/>
              </a:ext>
            </a:extLst>
          </p:cNvPr>
          <p:cNvSpPr txBox="1"/>
          <p:nvPr/>
        </p:nvSpPr>
        <p:spPr>
          <a:xfrm>
            <a:off x="5035826" y="331304"/>
            <a:ext cx="6748185" cy="53069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i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Consistency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Apparently at odds with the Principle of Non-Interference: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i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It is morally wrong for one to knowingly interfere with someone else doing their duty.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Resolvable by rejecting PNI or qualifying it, e.g.: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i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It would be morally wrong to knowingly interfere with someone else’s performance of duty </a:t>
            </a:r>
            <a:r>
              <a:rPr lang="en-GB" sz="3200" i="1" dirty="0" err="1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iff</a:t>
            </a:r>
            <a:r>
              <a:rPr lang="en-GB" sz="3200" i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GB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such interference would not be in one’s own best interest.</a:t>
            </a:r>
            <a:r>
              <a:rPr lang="en-GB" sz="3200" i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endParaRPr lang="en-US" sz="3200" i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3666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8099-3684-7562-81D5-69F76B56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704085-11A4-26E5-DAD9-3FF070BDAF23}"/>
              </a:ext>
            </a:extLst>
          </p:cNvPr>
          <p:cNvSpPr txBox="1"/>
          <p:nvPr/>
        </p:nvSpPr>
        <p:spPr>
          <a:xfrm>
            <a:off x="5181599" y="655100"/>
            <a:ext cx="6602412" cy="55750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Determinacy &amp; Usability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The principles of a moral theory together with the relevant facts entail definite verdicts about the rightness or wrongness of actions in a large range of cases.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But obviously, we do not know all the relevant facts about the effects of various actions on the agent’s (overall) self-interest.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Sounds familiar? → recall how  utilitarianism deals with it?</a:t>
            </a:r>
            <a:endParaRPr lang="en-GB" sz="28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56BAA-33D4-378A-2501-67B1A31F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22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413AC-E028-B56C-E7AA-6CD2F5C67997}"/>
              </a:ext>
            </a:extLst>
          </p:cNvPr>
          <p:cNvSpPr txBox="1">
            <a:spLocks/>
          </p:cNvSpPr>
          <p:nvPr/>
        </p:nvSpPr>
        <p:spPr>
          <a:xfrm>
            <a:off x="407989" y="1220984"/>
            <a:ext cx="4065328" cy="2221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Evaluation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400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897B-C46F-9DE5-04C6-31AE3952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78D8-F4B2-0F1B-4A90-F6F268A0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1481158"/>
          </a:xfrm>
        </p:spPr>
        <p:txBody>
          <a:bodyPr rtlCol="0">
            <a:normAutofit/>
          </a:bodyPr>
          <a:lstStyle/>
          <a:p>
            <a:r>
              <a:rPr lang="en-US" sz="4400" b="1" dirty="0"/>
              <a:t>Evaluation</a:t>
            </a:r>
            <a:endParaRPr lang="en-GB" sz="4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59FC52F-1795-5B3D-745C-BA721746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23</a:t>
            </a:fld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C2DF6-3178-5BFE-7182-A290FFF4D788}"/>
              </a:ext>
            </a:extLst>
          </p:cNvPr>
          <p:cNvSpPr txBox="1"/>
          <p:nvPr/>
        </p:nvSpPr>
        <p:spPr>
          <a:xfrm>
            <a:off x="5035826" y="331304"/>
            <a:ext cx="6748185" cy="53069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Determinacy &amp; Usability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The ethical egoist can offer the same sort of strategy adopted by some utilitarians: under uncertain conditions, operate the calculus on expected agent utility.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EE could also adopt the distinction between critical vs intuitive context of moral reasoning.  </a:t>
            </a:r>
            <a:endParaRPr lang="en-US" sz="3200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4673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6DF7-AE16-752E-4AC4-70BF360E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579316D-41B6-E6A6-A233-FA83B33177C9}"/>
              </a:ext>
            </a:extLst>
          </p:cNvPr>
          <p:cNvSpPr txBox="1"/>
          <p:nvPr/>
        </p:nvSpPr>
        <p:spPr>
          <a:xfrm>
            <a:off x="5181599" y="655100"/>
            <a:ext cx="6602412" cy="55750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3200" i="1" dirty="0">
                <a:latin typeface="Times New Roman" panose="02020603050405020304" pitchFamily="18" charset="0"/>
                <a:ea typeface="PMingLiU" panose="02020500000000000000" pitchFamily="18" charset="-120"/>
              </a:rPr>
              <a:t>External Support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 moral theory ought to be consistent with (if not be supported by) well-established theories and assumptions from other fields of inquiry.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A problem with Batson’s findings. Would this refute EE? No.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EE is a normative position, not a descriptive one. 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ea typeface="PMingLiU" panose="02020500000000000000" pitchFamily="18" charset="-120"/>
              </a:rPr>
              <a:t>PA is a descriptive position, not a normative one.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GB" sz="28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CB2B1-F91F-4130-651C-6F453265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en-GB" smtClean="0"/>
              <a:t>24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A7ED9-0544-D68D-9286-D8C8F345026D}"/>
              </a:ext>
            </a:extLst>
          </p:cNvPr>
          <p:cNvSpPr txBox="1">
            <a:spLocks/>
          </p:cNvSpPr>
          <p:nvPr/>
        </p:nvSpPr>
        <p:spPr>
          <a:xfrm>
            <a:off x="407989" y="1220984"/>
            <a:ext cx="4065328" cy="2221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Evaluation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2294761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485_TF45175639_Win32" id="{DA3BC7EA-B985-431E-917E-E4426AC6D1A1}" vid="{18535A56-0AAF-4A35-94B1-1693062433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Biography presentation</Template>
  <TotalTime>5653</TotalTime>
  <Words>1490</Words>
  <Application>Microsoft Office PowerPoint</Application>
  <PresentationFormat>Widescreen</PresentationFormat>
  <Paragraphs>166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Century Schoolbook</vt:lpstr>
      <vt:lpstr>Corbel</vt:lpstr>
      <vt:lpstr>Times New Roman</vt:lpstr>
      <vt:lpstr>Headlines</vt:lpstr>
      <vt:lpstr>HUMA2921 Ethical Theories and Contemporary Issues</vt:lpstr>
      <vt:lpstr>Ethical Egoism</vt:lpstr>
      <vt:lpstr>Theory of Right Conduct</vt:lpstr>
      <vt:lpstr>Theory of Right Conduct</vt:lpstr>
      <vt:lpstr>Ethical Egoism</vt:lpstr>
      <vt:lpstr>Forms of Egoism</vt:lpstr>
      <vt:lpstr>Rational Egoism</vt:lpstr>
      <vt:lpstr>Rational Egoism</vt:lpstr>
      <vt:lpstr>Psychological Egoism</vt:lpstr>
      <vt:lpstr>Psychological Egoism</vt:lpstr>
      <vt:lpstr>Psychological Egoism</vt:lpstr>
      <vt:lpstr>Argument from PE to EE</vt:lpstr>
      <vt:lpstr>Argument from PE to EE</vt:lpstr>
      <vt:lpstr>Is Psychological Egoism True? </vt:lpstr>
      <vt:lpstr>Is Psychological Egoism True? </vt:lpstr>
      <vt:lpstr>PowerPoint Presentation</vt:lpstr>
      <vt:lpstr>Is Psychological Egoism True? </vt:lpstr>
      <vt:lpstr>PowerPoint Presentation</vt:lpstr>
      <vt:lpstr>Is Psychological Egoism True?  </vt:lpstr>
      <vt:lpstr>PowerPoint Presentation</vt:lpstr>
      <vt:lpstr>Evaluation</vt:lpstr>
      <vt:lpstr>PowerPoint Presentation</vt:lpstr>
      <vt:lpstr>Evaluation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Leibnizian Legacy in Fichte’s Grundlage der gesamten Wissenschaftslehre</dc:title>
  <dc:creator>Plato Tse</dc:creator>
  <cp:lastModifiedBy>Plato Tse</cp:lastModifiedBy>
  <cp:revision>46</cp:revision>
  <dcterms:created xsi:type="dcterms:W3CDTF">2024-11-29T15:39:14Z</dcterms:created>
  <dcterms:modified xsi:type="dcterms:W3CDTF">2026-03-31T03:52:04Z</dcterms:modified>
</cp:coreProperties>
</file>