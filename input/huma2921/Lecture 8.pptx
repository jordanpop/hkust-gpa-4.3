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8" r:id="rId1"/>
  </p:sldMasterIdLst>
  <p:notesMasterIdLst>
    <p:notesMasterId r:id="rId36"/>
  </p:notesMasterIdLst>
  <p:handoutMasterIdLst>
    <p:handoutMasterId r:id="rId37"/>
  </p:handoutMasterIdLst>
  <p:sldIdLst>
    <p:sldId id="256" r:id="rId2"/>
    <p:sldId id="279" r:id="rId3"/>
    <p:sldId id="280" r:id="rId4"/>
    <p:sldId id="257" r:id="rId5"/>
    <p:sldId id="263" r:id="rId6"/>
    <p:sldId id="281" r:id="rId7"/>
    <p:sldId id="283" r:id="rId8"/>
    <p:sldId id="284" r:id="rId9"/>
    <p:sldId id="282" r:id="rId10"/>
    <p:sldId id="269" r:id="rId11"/>
    <p:sldId id="267" r:id="rId12"/>
    <p:sldId id="276" r:id="rId13"/>
    <p:sldId id="285" r:id="rId14"/>
    <p:sldId id="278" r:id="rId15"/>
    <p:sldId id="271" r:id="rId16"/>
    <p:sldId id="270" r:id="rId17"/>
    <p:sldId id="287"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Lst>
  <p:sldSz cx="12192000" cy="6858000"/>
  <p:notesSz cx="6858000" cy="9144000"/>
  <p:defaultTextStyle>
    <a:defPPr rtl="0">
      <a:defRPr lang="en-GB"/>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7395" autoAdjust="0"/>
  </p:normalViewPr>
  <p:slideViewPr>
    <p:cSldViewPr snapToGrid="0">
      <p:cViewPr varScale="1">
        <p:scale>
          <a:sx n="48" d="100"/>
          <a:sy n="48" d="100"/>
        </p:scale>
        <p:origin x="52" y="560"/>
      </p:cViewPr>
      <p:guideLst/>
    </p:cSldViewPr>
  </p:slideViewPr>
  <p:outlineViewPr>
    <p:cViewPr>
      <p:scale>
        <a:sx n="33" d="100"/>
        <a:sy n="33" d="100"/>
      </p:scale>
      <p:origin x="0" y="-474"/>
    </p:cViewPr>
  </p:outlineViewPr>
  <p:notesTextViewPr>
    <p:cViewPr>
      <p:scale>
        <a:sx n="1" d="1"/>
        <a:sy n="1" d="1"/>
      </p:scale>
      <p:origin x="0" y="0"/>
    </p:cViewPr>
  </p:notesTextViewPr>
  <p:notesViewPr>
    <p:cSldViewPr snapToGrid="0">
      <p:cViewPr varScale="1">
        <p:scale>
          <a:sx n="86" d="100"/>
          <a:sy n="86" d="100"/>
        </p:scale>
        <p:origin x="3114"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lato Tse" userId="7e9150dee13f625a" providerId="LiveId" clId="{789CCF97-127F-46D5-ABA8-A2B9DA226070}"/>
    <pc:docChg chg="undo custSel addSld delSld modSld">
      <pc:chgData name="Plato Tse" userId="7e9150dee13f625a" providerId="LiveId" clId="{789CCF97-127F-46D5-ABA8-A2B9DA226070}" dt="2026-04-12T16:44:31.296" v="4704"/>
      <pc:docMkLst>
        <pc:docMk/>
      </pc:docMkLst>
      <pc:sldChg chg="modSp mod">
        <pc:chgData name="Plato Tse" userId="7e9150dee13f625a" providerId="LiveId" clId="{789CCF97-127F-46D5-ABA8-A2B9DA226070}" dt="2026-04-11T16:59:14.082" v="564" actId="114"/>
        <pc:sldMkLst>
          <pc:docMk/>
          <pc:sldMk cId="2394598200" sldId="257"/>
        </pc:sldMkLst>
        <pc:spChg chg="mod">
          <ac:chgData name="Plato Tse" userId="7e9150dee13f625a" providerId="LiveId" clId="{789CCF97-127F-46D5-ABA8-A2B9DA226070}" dt="2026-04-11T16:34:49.020" v="390" actId="20577"/>
          <ac:spMkLst>
            <pc:docMk/>
            <pc:sldMk cId="2394598200" sldId="257"/>
            <ac:spMk id="4" creationId="{E98DCA46-603B-4178-8707-30E192CE6B8D}"/>
          </ac:spMkLst>
        </pc:spChg>
        <pc:spChg chg="mod">
          <ac:chgData name="Plato Tse" userId="7e9150dee13f625a" providerId="LiveId" clId="{789CCF97-127F-46D5-ABA8-A2B9DA226070}" dt="2026-04-11T16:59:14.082" v="564" actId="114"/>
          <ac:spMkLst>
            <pc:docMk/>
            <pc:sldMk cId="2394598200" sldId="257"/>
            <ac:spMk id="8" creationId="{5FC6C278-4035-446A-A94B-030E792FDDF5}"/>
          </ac:spMkLst>
        </pc:spChg>
      </pc:sldChg>
      <pc:sldChg chg="modSp mod">
        <pc:chgData name="Plato Tse" userId="7e9150dee13f625a" providerId="LiveId" clId="{789CCF97-127F-46D5-ABA8-A2B9DA226070}" dt="2026-04-12T04:55:46.885" v="1326" actId="113"/>
        <pc:sldMkLst>
          <pc:docMk/>
          <pc:sldMk cId="298975433" sldId="263"/>
        </pc:sldMkLst>
        <pc:spChg chg="mod">
          <ac:chgData name="Plato Tse" userId="7e9150dee13f625a" providerId="LiveId" clId="{789CCF97-127F-46D5-ABA8-A2B9DA226070}" dt="2026-04-12T04:55:46.885" v="1326" actId="113"/>
          <ac:spMkLst>
            <pc:docMk/>
            <pc:sldMk cId="298975433" sldId="263"/>
            <ac:spMk id="2" creationId="{58A97F4D-F280-472F-9307-25B3E6BD88B5}"/>
          </ac:spMkLst>
        </pc:spChg>
        <pc:spChg chg="mod">
          <ac:chgData name="Plato Tse" userId="7e9150dee13f625a" providerId="LiveId" clId="{789CCF97-127F-46D5-ABA8-A2B9DA226070}" dt="2026-04-11T17:04:06.300" v="699" actId="14100"/>
          <ac:spMkLst>
            <pc:docMk/>
            <pc:sldMk cId="298975433" sldId="263"/>
            <ac:spMk id="13" creationId="{B079FE37-E63F-6B83-3B38-614E7772BF5D}"/>
          </ac:spMkLst>
        </pc:spChg>
      </pc:sldChg>
      <pc:sldChg chg="modSp mod">
        <pc:chgData name="Plato Tse" userId="7e9150dee13f625a" providerId="LiveId" clId="{789CCF97-127F-46D5-ABA8-A2B9DA226070}" dt="2026-04-12T04:55:52.027" v="1327" actId="403"/>
        <pc:sldMkLst>
          <pc:docMk/>
          <pc:sldMk cId="3289796151" sldId="267"/>
        </pc:sldMkLst>
        <pc:spChg chg="mod">
          <ac:chgData name="Plato Tse" userId="7e9150dee13f625a" providerId="LiveId" clId="{789CCF97-127F-46D5-ABA8-A2B9DA226070}" dt="2026-04-12T04:55:52.027" v="1327" actId="403"/>
          <ac:spMkLst>
            <pc:docMk/>
            <pc:sldMk cId="3289796151" sldId="267"/>
            <ac:spMk id="2" creationId="{2654DA9A-F01A-481E-A192-F11CA07CCE35}"/>
          </ac:spMkLst>
        </pc:spChg>
        <pc:spChg chg="mod">
          <ac:chgData name="Plato Tse" userId="7e9150dee13f625a" providerId="LiveId" clId="{789CCF97-127F-46D5-ABA8-A2B9DA226070}" dt="2026-04-12T04:53:01.586" v="1316" actId="123"/>
          <ac:spMkLst>
            <pc:docMk/>
            <pc:sldMk cId="3289796151" sldId="267"/>
            <ac:spMk id="41" creationId="{E70AB508-2913-4EE2-5303-4456A2553371}"/>
          </ac:spMkLst>
        </pc:spChg>
      </pc:sldChg>
      <pc:sldChg chg="modSp mod">
        <pc:chgData name="Plato Tse" userId="7e9150dee13f625a" providerId="LiveId" clId="{789CCF97-127F-46D5-ABA8-A2B9DA226070}" dt="2026-04-12T04:55:28.350" v="1322" actId="113"/>
        <pc:sldMkLst>
          <pc:docMk/>
          <pc:sldMk cId="1707474726" sldId="269"/>
        </pc:sldMkLst>
        <pc:spChg chg="mod">
          <ac:chgData name="Plato Tse" userId="7e9150dee13f625a" providerId="LiveId" clId="{789CCF97-127F-46D5-ABA8-A2B9DA226070}" dt="2026-04-12T04:55:28.350" v="1322" actId="113"/>
          <ac:spMkLst>
            <pc:docMk/>
            <pc:sldMk cId="1707474726" sldId="269"/>
            <ac:spMk id="2" creationId="{B9D1F34B-93F5-46C0-9BEC-B1A8D55008B4}"/>
          </ac:spMkLst>
        </pc:spChg>
        <pc:spChg chg="mod">
          <ac:chgData name="Plato Tse" userId="7e9150dee13f625a" providerId="LiveId" clId="{789CCF97-127F-46D5-ABA8-A2B9DA226070}" dt="2026-04-11T18:00:45.024" v="1263" actId="20577"/>
          <ac:spMkLst>
            <pc:docMk/>
            <pc:sldMk cId="1707474726" sldId="269"/>
            <ac:spMk id="23" creationId="{764A365B-4C2F-2351-93F8-FD34668116E1}"/>
          </ac:spMkLst>
        </pc:spChg>
      </pc:sldChg>
      <pc:sldChg chg="addSp modSp mod">
        <pc:chgData name="Plato Tse" userId="7e9150dee13f625a" providerId="LiveId" clId="{789CCF97-127F-46D5-ABA8-A2B9DA226070}" dt="2026-04-12T06:42:21.445" v="2500" actId="20577"/>
        <pc:sldMkLst>
          <pc:docMk/>
          <pc:sldMk cId="1337185779" sldId="270"/>
        </pc:sldMkLst>
        <pc:spChg chg="mod">
          <ac:chgData name="Plato Tse" userId="7e9150dee13f625a" providerId="LiveId" clId="{789CCF97-127F-46D5-ABA8-A2B9DA226070}" dt="2026-04-12T06:33:51.848" v="2353" actId="255"/>
          <ac:spMkLst>
            <pc:docMk/>
            <pc:sldMk cId="1337185779" sldId="270"/>
            <ac:spMk id="2" creationId="{0DD71B7C-1714-5F7C-11A5-D2C788A7767C}"/>
          </ac:spMkLst>
        </pc:spChg>
        <pc:spChg chg="mod">
          <ac:chgData name="Plato Tse" userId="7e9150dee13f625a" providerId="LiveId" clId="{789CCF97-127F-46D5-ABA8-A2B9DA226070}" dt="2026-04-12T06:42:21.445" v="2500" actId="20577"/>
          <ac:spMkLst>
            <pc:docMk/>
            <pc:sldMk cId="1337185779" sldId="270"/>
            <ac:spMk id="8" creationId="{5FC6C278-4035-446A-A94B-030E792FDDF5}"/>
          </ac:spMkLst>
        </pc:spChg>
        <pc:picChg chg="add mod">
          <ac:chgData name="Plato Tse" userId="7e9150dee13f625a" providerId="LiveId" clId="{789CCF97-127F-46D5-ABA8-A2B9DA226070}" dt="2026-04-12T06:34:46.627" v="2360" actId="14100"/>
          <ac:picMkLst>
            <pc:docMk/>
            <pc:sldMk cId="1337185779" sldId="270"/>
            <ac:picMk id="3" creationId="{0F53BE7D-05A7-BD77-A857-83D744199EAB}"/>
          </ac:picMkLst>
        </pc:picChg>
      </pc:sldChg>
      <pc:sldChg chg="addSp modSp mod">
        <pc:chgData name="Plato Tse" userId="7e9150dee13f625a" providerId="LiveId" clId="{789CCF97-127F-46D5-ABA8-A2B9DA226070}" dt="2026-04-12T06:32:59.305" v="2295" actId="114"/>
        <pc:sldMkLst>
          <pc:docMk/>
          <pc:sldMk cId="3039832878" sldId="271"/>
        </pc:sldMkLst>
        <pc:spChg chg="mod">
          <ac:chgData name="Plato Tse" userId="7e9150dee13f625a" providerId="LiveId" clId="{789CCF97-127F-46D5-ABA8-A2B9DA226070}" dt="2026-04-12T06:31:52.123" v="2283" actId="14100"/>
          <ac:spMkLst>
            <pc:docMk/>
            <pc:sldMk cId="3039832878" sldId="271"/>
            <ac:spMk id="2" creationId="{2654DA9A-F01A-481E-A192-F11CA07CCE35}"/>
          </ac:spMkLst>
        </pc:spChg>
        <pc:spChg chg="mod">
          <ac:chgData name="Plato Tse" userId="7e9150dee13f625a" providerId="LiveId" clId="{789CCF97-127F-46D5-ABA8-A2B9DA226070}" dt="2026-04-12T06:32:59.305" v="2295" actId="114"/>
          <ac:spMkLst>
            <pc:docMk/>
            <pc:sldMk cId="3039832878" sldId="271"/>
            <ac:spMk id="41" creationId="{E70AB508-2913-4EE2-5303-4456A2553371}"/>
          </ac:spMkLst>
        </pc:spChg>
        <pc:picChg chg="add mod">
          <ac:chgData name="Plato Tse" userId="7e9150dee13f625a" providerId="LiveId" clId="{789CCF97-127F-46D5-ABA8-A2B9DA226070}" dt="2026-04-12T06:30:54.385" v="2201" actId="1076"/>
          <ac:picMkLst>
            <pc:docMk/>
            <pc:sldMk cId="3039832878" sldId="271"/>
            <ac:picMk id="3" creationId="{838EC8A7-8125-4955-CA53-40EE0B47C91E}"/>
          </ac:picMkLst>
        </pc:picChg>
      </pc:sldChg>
      <pc:sldChg chg="modSp mod">
        <pc:chgData name="Plato Tse" userId="7e9150dee13f625a" providerId="LiveId" clId="{789CCF97-127F-46D5-ABA8-A2B9DA226070}" dt="2026-04-12T05:56:46.376" v="1407" actId="20577"/>
        <pc:sldMkLst>
          <pc:docMk/>
          <pc:sldMk cId="2195168494" sldId="276"/>
        </pc:sldMkLst>
        <pc:spChg chg="mod">
          <ac:chgData name="Plato Tse" userId="7e9150dee13f625a" providerId="LiveId" clId="{789CCF97-127F-46D5-ABA8-A2B9DA226070}" dt="2026-04-12T04:55:56.238" v="1328" actId="403"/>
          <ac:spMkLst>
            <pc:docMk/>
            <pc:sldMk cId="2195168494" sldId="276"/>
            <ac:spMk id="2" creationId="{E72908A0-65FF-2705-D664-4522AA4546BE}"/>
          </ac:spMkLst>
        </pc:spChg>
        <pc:spChg chg="mod">
          <ac:chgData name="Plato Tse" userId="7e9150dee13f625a" providerId="LiveId" clId="{789CCF97-127F-46D5-ABA8-A2B9DA226070}" dt="2026-04-12T05:56:46.376" v="1407" actId="20577"/>
          <ac:spMkLst>
            <pc:docMk/>
            <pc:sldMk cId="2195168494" sldId="276"/>
            <ac:spMk id="23" creationId="{44D17366-2D5D-EBCB-C069-47BBF0111A8A}"/>
          </ac:spMkLst>
        </pc:spChg>
      </pc:sldChg>
      <pc:sldChg chg="modSp mod">
        <pc:chgData name="Plato Tse" userId="7e9150dee13f625a" providerId="LiveId" clId="{789CCF97-127F-46D5-ABA8-A2B9DA226070}" dt="2026-04-12T06:28:32.236" v="2192" actId="207"/>
        <pc:sldMkLst>
          <pc:docMk/>
          <pc:sldMk cId="2180084092" sldId="278"/>
        </pc:sldMkLst>
        <pc:spChg chg="mod">
          <ac:chgData name="Plato Tse" userId="7e9150dee13f625a" providerId="LiveId" clId="{789CCF97-127F-46D5-ABA8-A2B9DA226070}" dt="2026-04-12T06:03:56.852" v="1606"/>
          <ac:spMkLst>
            <pc:docMk/>
            <pc:sldMk cId="2180084092" sldId="278"/>
            <ac:spMk id="2" creationId="{DCA93335-C8F6-0B4A-66B9-BF39D79CB760}"/>
          </ac:spMkLst>
        </pc:spChg>
        <pc:spChg chg="mod">
          <ac:chgData name="Plato Tse" userId="7e9150dee13f625a" providerId="LiveId" clId="{789CCF97-127F-46D5-ABA8-A2B9DA226070}" dt="2026-04-12T06:28:32.236" v="2192" actId="207"/>
          <ac:spMkLst>
            <pc:docMk/>
            <pc:sldMk cId="2180084092" sldId="278"/>
            <ac:spMk id="23" creationId="{8CF09343-1CC0-6B70-EF46-FD8285E176D3}"/>
          </ac:spMkLst>
        </pc:spChg>
      </pc:sldChg>
      <pc:sldChg chg="delSp modSp mod">
        <pc:chgData name="Plato Tse" userId="7e9150dee13f625a" providerId="LiveId" clId="{789CCF97-127F-46D5-ABA8-A2B9DA226070}" dt="2026-04-11T16:25:32.115" v="41" actId="207"/>
        <pc:sldMkLst>
          <pc:docMk/>
          <pc:sldMk cId="3974841653" sldId="279"/>
        </pc:sldMkLst>
        <pc:spChg chg="mod">
          <ac:chgData name="Plato Tse" userId="7e9150dee13f625a" providerId="LiveId" clId="{789CCF97-127F-46D5-ABA8-A2B9DA226070}" dt="2026-04-11T16:23:36.437" v="26" actId="20577"/>
          <ac:spMkLst>
            <pc:docMk/>
            <pc:sldMk cId="3974841653" sldId="279"/>
            <ac:spMk id="4" creationId="{F8065B57-247B-FEF7-35BC-F85D1F59EC80}"/>
          </ac:spMkLst>
        </pc:spChg>
        <pc:spChg chg="mod">
          <ac:chgData name="Plato Tse" userId="7e9150dee13f625a" providerId="LiveId" clId="{789CCF97-127F-46D5-ABA8-A2B9DA226070}" dt="2026-04-11T16:25:32.115" v="41" actId="207"/>
          <ac:spMkLst>
            <pc:docMk/>
            <pc:sldMk cId="3974841653" sldId="279"/>
            <ac:spMk id="8" creationId="{685B037A-5AD3-86F6-5942-22B3F7E933EF}"/>
          </ac:spMkLst>
        </pc:spChg>
        <pc:picChg chg="del">
          <ac:chgData name="Plato Tse" userId="7e9150dee13f625a" providerId="LiveId" clId="{789CCF97-127F-46D5-ABA8-A2B9DA226070}" dt="2026-04-11T16:23:23.754" v="0" actId="478"/>
          <ac:picMkLst>
            <pc:docMk/>
            <pc:sldMk cId="3974841653" sldId="279"/>
            <ac:picMk id="3" creationId="{1BF52B87-0906-48A5-A894-A32454B41DB6}"/>
          </ac:picMkLst>
        </pc:picChg>
      </pc:sldChg>
      <pc:sldChg chg="modSp mod">
        <pc:chgData name="Plato Tse" userId="7e9150dee13f625a" providerId="LiveId" clId="{789CCF97-127F-46D5-ABA8-A2B9DA226070}" dt="2026-04-11T16:34:22.657" v="343"/>
        <pc:sldMkLst>
          <pc:docMk/>
          <pc:sldMk cId="1270780623" sldId="280"/>
        </pc:sldMkLst>
        <pc:spChg chg="mod">
          <ac:chgData name="Plato Tse" userId="7e9150dee13f625a" providerId="LiveId" clId="{789CCF97-127F-46D5-ABA8-A2B9DA226070}" dt="2026-04-11T16:25:40.885" v="42"/>
          <ac:spMkLst>
            <pc:docMk/>
            <pc:sldMk cId="1270780623" sldId="280"/>
            <ac:spMk id="2" creationId="{1729CFFB-2C33-F99E-4D4B-B23ADBF5AB11}"/>
          </ac:spMkLst>
        </pc:spChg>
        <pc:spChg chg="mod">
          <ac:chgData name="Plato Tse" userId="7e9150dee13f625a" providerId="LiveId" clId="{789CCF97-127F-46D5-ABA8-A2B9DA226070}" dt="2026-04-11T16:34:22.657" v="343"/>
          <ac:spMkLst>
            <pc:docMk/>
            <pc:sldMk cId="1270780623" sldId="280"/>
            <ac:spMk id="13" creationId="{B5C3795E-6FC3-81C9-9A90-042DF215BA4B}"/>
          </ac:spMkLst>
        </pc:spChg>
      </pc:sldChg>
      <pc:sldChg chg="modSp mod">
        <pc:chgData name="Plato Tse" userId="7e9150dee13f625a" providerId="LiveId" clId="{789CCF97-127F-46D5-ABA8-A2B9DA226070}" dt="2026-04-12T04:55:44.311" v="1325" actId="113"/>
        <pc:sldMkLst>
          <pc:docMk/>
          <pc:sldMk cId="4051672732" sldId="281"/>
        </pc:sldMkLst>
        <pc:spChg chg="mod">
          <ac:chgData name="Plato Tse" userId="7e9150dee13f625a" providerId="LiveId" clId="{789CCF97-127F-46D5-ABA8-A2B9DA226070}" dt="2026-04-12T04:55:44.311" v="1325" actId="113"/>
          <ac:spMkLst>
            <pc:docMk/>
            <pc:sldMk cId="4051672732" sldId="281"/>
            <ac:spMk id="2" creationId="{95D58094-FAFA-0AF5-4688-6E97661AB9E2}"/>
          </ac:spMkLst>
        </pc:spChg>
        <pc:spChg chg="mod">
          <ac:chgData name="Plato Tse" userId="7e9150dee13f625a" providerId="LiveId" clId="{789CCF97-127F-46D5-ABA8-A2B9DA226070}" dt="2026-04-11T17:25:46.186" v="728" actId="403"/>
          <ac:spMkLst>
            <pc:docMk/>
            <pc:sldMk cId="4051672732" sldId="281"/>
            <ac:spMk id="23" creationId="{B3924C4A-5D52-2E83-5910-D093650F9298}"/>
          </ac:spMkLst>
        </pc:spChg>
      </pc:sldChg>
      <pc:sldChg chg="modSp mod">
        <pc:chgData name="Plato Tse" userId="7e9150dee13f625a" providerId="LiveId" clId="{789CCF97-127F-46D5-ABA8-A2B9DA226070}" dt="2026-04-11T17:36:13.045" v="1019" actId="20577"/>
        <pc:sldMkLst>
          <pc:docMk/>
          <pc:sldMk cId="49825489" sldId="282"/>
        </pc:sldMkLst>
        <pc:spChg chg="mod">
          <ac:chgData name="Plato Tse" userId="7e9150dee13f625a" providerId="LiveId" clId="{789CCF97-127F-46D5-ABA8-A2B9DA226070}" dt="2026-04-11T17:30:37.282" v="868"/>
          <ac:spMkLst>
            <pc:docMk/>
            <pc:sldMk cId="49825489" sldId="282"/>
            <ac:spMk id="2" creationId="{94CA5C96-AB1E-E384-CC3E-59F711918FF2}"/>
          </ac:spMkLst>
        </pc:spChg>
        <pc:spChg chg="mod">
          <ac:chgData name="Plato Tse" userId="7e9150dee13f625a" providerId="LiveId" clId="{789CCF97-127F-46D5-ABA8-A2B9DA226070}" dt="2026-04-11T17:36:13.045" v="1019" actId="20577"/>
          <ac:spMkLst>
            <pc:docMk/>
            <pc:sldMk cId="49825489" sldId="282"/>
            <ac:spMk id="13" creationId="{F29A0C60-3916-4BD3-EE6E-3BC8CFF43339}"/>
          </ac:spMkLst>
        </pc:spChg>
      </pc:sldChg>
      <pc:sldChg chg="modSp mod">
        <pc:chgData name="Plato Tse" userId="7e9150dee13f625a" providerId="LiveId" clId="{789CCF97-127F-46D5-ABA8-A2B9DA226070}" dt="2026-04-12T04:55:41.379" v="1324" actId="113"/>
        <pc:sldMkLst>
          <pc:docMk/>
          <pc:sldMk cId="1263636935" sldId="283"/>
        </pc:sldMkLst>
        <pc:spChg chg="mod">
          <ac:chgData name="Plato Tse" userId="7e9150dee13f625a" providerId="LiveId" clId="{789CCF97-127F-46D5-ABA8-A2B9DA226070}" dt="2026-04-12T04:55:41.379" v="1324" actId="113"/>
          <ac:spMkLst>
            <pc:docMk/>
            <pc:sldMk cId="1263636935" sldId="283"/>
            <ac:spMk id="2" creationId="{CFC41727-547D-9591-6845-2AD3D67C7337}"/>
          </ac:spMkLst>
        </pc:spChg>
        <pc:spChg chg="mod">
          <ac:chgData name="Plato Tse" userId="7e9150dee13f625a" providerId="LiveId" clId="{789CCF97-127F-46D5-ABA8-A2B9DA226070}" dt="2026-04-11T17:27:59.082" v="825" actId="20577"/>
          <ac:spMkLst>
            <pc:docMk/>
            <pc:sldMk cId="1263636935" sldId="283"/>
            <ac:spMk id="13" creationId="{2D7C1F4E-2200-708A-B8D1-8631A46C318F}"/>
          </ac:spMkLst>
        </pc:spChg>
      </pc:sldChg>
      <pc:sldChg chg="modSp mod">
        <pc:chgData name="Plato Tse" userId="7e9150dee13f625a" providerId="LiveId" clId="{789CCF97-127F-46D5-ABA8-A2B9DA226070}" dt="2026-04-11T17:30:31.743" v="867" actId="207"/>
        <pc:sldMkLst>
          <pc:docMk/>
          <pc:sldMk cId="2284613377" sldId="284"/>
        </pc:sldMkLst>
        <pc:spChg chg="mod">
          <ac:chgData name="Plato Tse" userId="7e9150dee13f625a" providerId="LiveId" clId="{789CCF97-127F-46D5-ABA8-A2B9DA226070}" dt="2026-04-11T17:30:00.737" v="866" actId="20577"/>
          <ac:spMkLst>
            <pc:docMk/>
            <pc:sldMk cId="2284613377" sldId="284"/>
            <ac:spMk id="2" creationId="{2D8200BE-D86B-A4A6-DE70-CA6F3D690F37}"/>
          </ac:spMkLst>
        </pc:spChg>
        <pc:spChg chg="mod">
          <ac:chgData name="Plato Tse" userId="7e9150dee13f625a" providerId="LiveId" clId="{789CCF97-127F-46D5-ABA8-A2B9DA226070}" dt="2026-04-11T17:30:31.743" v="867" actId="207"/>
          <ac:spMkLst>
            <pc:docMk/>
            <pc:sldMk cId="2284613377" sldId="284"/>
            <ac:spMk id="23" creationId="{3CA1E901-2F79-6974-E428-93399DC0DC0E}"/>
          </ac:spMkLst>
        </pc:spChg>
      </pc:sldChg>
      <pc:sldChg chg="modSp mod">
        <pc:chgData name="Plato Tse" userId="7e9150dee13f625a" providerId="LiveId" clId="{789CCF97-127F-46D5-ABA8-A2B9DA226070}" dt="2026-04-12T06:03:45.706" v="1604" actId="114"/>
        <pc:sldMkLst>
          <pc:docMk/>
          <pc:sldMk cId="323353584" sldId="285"/>
        </pc:sldMkLst>
        <pc:spChg chg="mod">
          <ac:chgData name="Plato Tse" userId="7e9150dee13f625a" providerId="LiveId" clId="{789CCF97-127F-46D5-ABA8-A2B9DA226070}" dt="2026-04-12T05:58:01.348" v="1434" actId="20577"/>
          <ac:spMkLst>
            <pc:docMk/>
            <pc:sldMk cId="323353584" sldId="285"/>
            <ac:spMk id="2" creationId="{BCD8C0E1-92E9-F470-195D-C5A870DBDD32}"/>
          </ac:spMkLst>
        </pc:spChg>
        <pc:spChg chg="mod">
          <ac:chgData name="Plato Tse" userId="7e9150dee13f625a" providerId="LiveId" clId="{789CCF97-127F-46D5-ABA8-A2B9DA226070}" dt="2026-04-12T06:03:45.706" v="1604" actId="114"/>
          <ac:spMkLst>
            <pc:docMk/>
            <pc:sldMk cId="323353584" sldId="285"/>
            <ac:spMk id="41" creationId="{E0699548-9BE0-D501-1E59-8D8CC60A2A49}"/>
          </ac:spMkLst>
        </pc:spChg>
      </pc:sldChg>
      <pc:sldChg chg="del">
        <pc:chgData name="Plato Tse" userId="7e9150dee13f625a" providerId="LiveId" clId="{789CCF97-127F-46D5-ABA8-A2B9DA226070}" dt="2026-04-12T11:49:55.731" v="2516" actId="47"/>
        <pc:sldMkLst>
          <pc:docMk/>
          <pc:sldMk cId="4076822799" sldId="286"/>
        </pc:sldMkLst>
      </pc:sldChg>
      <pc:sldChg chg="addSp modSp mod">
        <pc:chgData name="Plato Tse" userId="7e9150dee13f625a" providerId="LiveId" clId="{789CCF97-127F-46D5-ABA8-A2B9DA226070}" dt="2026-04-12T06:44:06.029" v="2515" actId="14100"/>
        <pc:sldMkLst>
          <pc:docMk/>
          <pc:sldMk cId="3609285276" sldId="287"/>
        </pc:sldMkLst>
        <pc:spChg chg="mod">
          <ac:chgData name="Plato Tse" userId="7e9150dee13f625a" providerId="LiveId" clId="{789CCF97-127F-46D5-ABA8-A2B9DA226070}" dt="2026-04-12T06:43:02.163" v="2506" actId="20577"/>
          <ac:spMkLst>
            <pc:docMk/>
            <pc:sldMk cId="3609285276" sldId="287"/>
            <ac:spMk id="2" creationId="{81A23F05-3D40-CD2F-A710-126D69C68DFC}"/>
          </ac:spMkLst>
        </pc:spChg>
        <pc:spChg chg="mod">
          <ac:chgData name="Plato Tse" userId="7e9150dee13f625a" providerId="LiveId" clId="{789CCF97-127F-46D5-ABA8-A2B9DA226070}" dt="2026-04-12T06:43:09.090" v="2508" actId="5793"/>
          <ac:spMkLst>
            <pc:docMk/>
            <pc:sldMk cId="3609285276" sldId="287"/>
            <ac:spMk id="41" creationId="{C89A87D9-5A68-FF6A-CF23-1B35D417E51D}"/>
          </ac:spMkLst>
        </pc:spChg>
        <pc:picChg chg="add mod">
          <ac:chgData name="Plato Tse" userId="7e9150dee13f625a" providerId="LiveId" clId="{789CCF97-127F-46D5-ABA8-A2B9DA226070}" dt="2026-04-12T06:44:06.029" v="2515" actId="14100"/>
          <ac:picMkLst>
            <pc:docMk/>
            <pc:sldMk cId="3609285276" sldId="287"/>
            <ac:picMk id="3" creationId="{92B4E8CB-8C3C-E30B-809E-B35CF04894F2}"/>
          </ac:picMkLst>
        </pc:picChg>
      </pc:sldChg>
      <pc:sldChg chg="del">
        <pc:chgData name="Plato Tse" userId="7e9150dee13f625a" providerId="LiveId" clId="{789CCF97-127F-46D5-ABA8-A2B9DA226070}" dt="2026-04-12T11:49:56.611" v="2517" actId="47"/>
        <pc:sldMkLst>
          <pc:docMk/>
          <pc:sldMk cId="3101281570" sldId="288"/>
        </pc:sldMkLst>
      </pc:sldChg>
      <pc:sldChg chg="delSp modSp mod">
        <pc:chgData name="Plato Tse" userId="7e9150dee13f625a" providerId="LiveId" clId="{789CCF97-127F-46D5-ABA8-A2B9DA226070}" dt="2026-04-12T13:18:51.267" v="2621" actId="114"/>
        <pc:sldMkLst>
          <pc:docMk/>
          <pc:sldMk cId="458496150" sldId="289"/>
        </pc:sldMkLst>
        <pc:spChg chg="mod">
          <ac:chgData name="Plato Tse" userId="7e9150dee13f625a" providerId="LiveId" clId="{789CCF97-127F-46D5-ABA8-A2B9DA226070}" dt="2026-04-12T12:01:20.618" v="2520"/>
          <ac:spMkLst>
            <pc:docMk/>
            <pc:sldMk cId="458496150" sldId="289"/>
            <ac:spMk id="2" creationId="{B32F4C31-1E58-34D1-1712-8D743CC76747}"/>
          </ac:spMkLst>
        </pc:spChg>
        <pc:spChg chg="mod">
          <ac:chgData name="Plato Tse" userId="7e9150dee13f625a" providerId="LiveId" clId="{789CCF97-127F-46D5-ABA8-A2B9DA226070}" dt="2026-04-12T13:18:51.267" v="2621" actId="114"/>
          <ac:spMkLst>
            <pc:docMk/>
            <pc:sldMk cId="458496150" sldId="289"/>
            <ac:spMk id="8" creationId="{A25BE152-C1CF-04DE-757B-653B3C215612}"/>
          </ac:spMkLst>
        </pc:spChg>
        <pc:picChg chg="del">
          <ac:chgData name="Plato Tse" userId="7e9150dee13f625a" providerId="LiveId" clId="{789CCF97-127F-46D5-ABA8-A2B9DA226070}" dt="2026-04-12T11:50:01.571" v="2518" actId="478"/>
          <ac:picMkLst>
            <pc:docMk/>
            <pc:sldMk cId="458496150" sldId="289"/>
            <ac:picMk id="3" creationId="{78F8D77F-E985-C77D-8BDA-B618BD6F8DBE}"/>
          </ac:picMkLst>
        </pc:picChg>
      </pc:sldChg>
      <pc:sldChg chg="modSp mod">
        <pc:chgData name="Plato Tse" userId="7e9150dee13f625a" providerId="LiveId" clId="{789CCF97-127F-46D5-ABA8-A2B9DA226070}" dt="2026-04-12T13:20:53.660" v="2667" actId="20577"/>
        <pc:sldMkLst>
          <pc:docMk/>
          <pc:sldMk cId="1239713298" sldId="290"/>
        </pc:sldMkLst>
        <pc:spChg chg="mod">
          <ac:chgData name="Plato Tse" userId="7e9150dee13f625a" providerId="LiveId" clId="{789CCF97-127F-46D5-ABA8-A2B9DA226070}" dt="2026-04-12T13:17:46.342" v="2611" actId="27636"/>
          <ac:spMkLst>
            <pc:docMk/>
            <pc:sldMk cId="1239713298" sldId="290"/>
            <ac:spMk id="2" creationId="{88D7B745-99DE-21FE-CBBA-84A780E3F7E1}"/>
          </ac:spMkLst>
        </pc:spChg>
        <pc:spChg chg="mod">
          <ac:chgData name="Plato Tse" userId="7e9150dee13f625a" providerId="LiveId" clId="{789CCF97-127F-46D5-ABA8-A2B9DA226070}" dt="2026-04-12T13:20:53.660" v="2667" actId="20577"/>
          <ac:spMkLst>
            <pc:docMk/>
            <pc:sldMk cId="1239713298" sldId="290"/>
            <ac:spMk id="41" creationId="{B88E10D4-EDDE-2CBD-7896-AA10D691CF83}"/>
          </ac:spMkLst>
        </pc:spChg>
      </pc:sldChg>
      <pc:sldChg chg="modSp add mod">
        <pc:chgData name="Plato Tse" userId="7e9150dee13f625a" providerId="LiveId" clId="{789CCF97-127F-46D5-ABA8-A2B9DA226070}" dt="2026-04-12T14:41:43.322" v="3127" actId="20577"/>
        <pc:sldMkLst>
          <pc:docMk/>
          <pc:sldMk cId="3789438747" sldId="291"/>
        </pc:sldMkLst>
        <pc:spChg chg="mod">
          <ac:chgData name="Plato Tse" userId="7e9150dee13f625a" providerId="LiveId" clId="{789CCF97-127F-46D5-ABA8-A2B9DA226070}" dt="2026-04-12T14:41:43.322" v="3127" actId="20577"/>
          <ac:spMkLst>
            <pc:docMk/>
            <pc:sldMk cId="3789438747" sldId="291"/>
            <ac:spMk id="2" creationId="{249CF4A4-AE42-7028-DBC2-DC7EDBE050C0}"/>
          </ac:spMkLst>
        </pc:spChg>
        <pc:spChg chg="mod">
          <ac:chgData name="Plato Tse" userId="7e9150dee13f625a" providerId="LiveId" clId="{789CCF97-127F-46D5-ABA8-A2B9DA226070}" dt="2026-04-12T13:25:19.252" v="2720" actId="123"/>
          <ac:spMkLst>
            <pc:docMk/>
            <pc:sldMk cId="3789438747" sldId="291"/>
            <ac:spMk id="8" creationId="{366DAC5C-3521-3B2A-2269-2BCF82023B87}"/>
          </ac:spMkLst>
        </pc:spChg>
      </pc:sldChg>
      <pc:sldChg chg="modSp add mod">
        <pc:chgData name="Plato Tse" userId="7e9150dee13f625a" providerId="LiveId" clId="{789CCF97-127F-46D5-ABA8-A2B9DA226070}" dt="2026-04-12T13:27:04.975" v="2773" actId="20577"/>
        <pc:sldMkLst>
          <pc:docMk/>
          <pc:sldMk cId="969508567" sldId="292"/>
        </pc:sldMkLst>
        <pc:spChg chg="mod">
          <ac:chgData name="Plato Tse" userId="7e9150dee13f625a" providerId="LiveId" clId="{789CCF97-127F-46D5-ABA8-A2B9DA226070}" dt="2026-04-12T13:25:42.466" v="2725" actId="20577"/>
          <ac:spMkLst>
            <pc:docMk/>
            <pc:sldMk cId="969508567" sldId="292"/>
            <ac:spMk id="2" creationId="{29A5ACE7-0E15-3196-FDAC-24B9577BF959}"/>
          </ac:spMkLst>
        </pc:spChg>
        <pc:spChg chg="mod">
          <ac:chgData name="Plato Tse" userId="7e9150dee13f625a" providerId="LiveId" clId="{789CCF97-127F-46D5-ABA8-A2B9DA226070}" dt="2026-04-12T13:27:04.975" v="2773" actId="20577"/>
          <ac:spMkLst>
            <pc:docMk/>
            <pc:sldMk cId="969508567" sldId="292"/>
            <ac:spMk id="41" creationId="{945F29C5-5612-1AB7-BD6D-24E5E05CB034}"/>
          </ac:spMkLst>
        </pc:spChg>
      </pc:sldChg>
      <pc:sldChg chg="modSp add mod">
        <pc:chgData name="Plato Tse" userId="7e9150dee13f625a" providerId="LiveId" clId="{789CCF97-127F-46D5-ABA8-A2B9DA226070}" dt="2026-04-12T14:48:28.603" v="3254" actId="20577"/>
        <pc:sldMkLst>
          <pc:docMk/>
          <pc:sldMk cId="3415641280" sldId="293"/>
        </pc:sldMkLst>
        <pc:spChg chg="mod">
          <ac:chgData name="Plato Tse" userId="7e9150dee13f625a" providerId="LiveId" clId="{789CCF97-127F-46D5-ABA8-A2B9DA226070}" dt="2026-04-12T13:27:17.226" v="2776" actId="14100"/>
          <ac:spMkLst>
            <pc:docMk/>
            <pc:sldMk cId="3415641280" sldId="293"/>
            <ac:spMk id="2" creationId="{8A5FA522-67F3-2C81-9E3B-3F81F5AF57CC}"/>
          </ac:spMkLst>
        </pc:spChg>
        <pc:spChg chg="mod">
          <ac:chgData name="Plato Tse" userId="7e9150dee13f625a" providerId="LiveId" clId="{789CCF97-127F-46D5-ABA8-A2B9DA226070}" dt="2026-04-12T14:48:28.603" v="3254" actId="20577"/>
          <ac:spMkLst>
            <pc:docMk/>
            <pc:sldMk cId="3415641280" sldId="293"/>
            <ac:spMk id="8" creationId="{C7FF3659-2CD3-6A5A-BE31-5D2E04EF2111}"/>
          </ac:spMkLst>
        </pc:spChg>
      </pc:sldChg>
      <pc:sldChg chg="modSp add mod">
        <pc:chgData name="Plato Tse" userId="7e9150dee13f625a" providerId="LiveId" clId="{789CCF97-127F-46D5-ABA8-A2B9DA226070}" dt="2026-04-12T14:43:57.529" v="3213" actId="403"/>
        <pc:sldMkLst>
          <pc:docMk/>
          <pc:sldMk cId="1247545770" sldId="294"/>
        </pc:sldMkLst>
        <pc:spChg chg="mod">
          <ac:chgData name="Plato Tse" userId="7e9150dee13f625a" providerId="LiveId" clId="{789CCF97-127F-46D5-ABA8-A2B9DA226070}" dt="2026-04-12T13:47:47.114" v="3092" actId="14100"/>
          <ac:spMkLst>
            <pc:docMk/>
            <pc:sldMk cId="1247545770" sldId="294"/>
            <ac:spMk id="2" creationId="{A72B5C65-FF5F-977F-F427-C5CC7A194594}"/>
          </ac:spMkLst>
        </pc:spChg>
        <pc:spChg chg="mod">
          <ac:chgData name="Plato Tse" userId="7e9150dee13f625a" providerId="LiveId" clId="{789CCF97-127F-46D5-ABA8-A2B9DA226070}" dt="2026-04-12T14:43:57.529" v="3213" actId="403"/>
          <ac:spMkLst>
            <pc:docMk/>
            <pc:sldMk cId="1247545770" sldId="294"/>
            <ac:spMk id="41" creationId="{66F8A85F-AE7A-5498-41A3-80DC5DAC0BA3}"/>
          </ac:spMkLst>
        </pc:spChg>
      </pc:sldChg>
      <pc:sldChg chg="modSp add mod">
        <pc:chgData name="Plato Tse" userId="7e9150dee13f625a" providerId="LiveId" clId="{789CCF97-127F-46D5-ABA8-A2B9DA226070}" dt="2026-04-12T14:49:51.492" v="3287" actId="404"/>
        <pc:sldMkLst>
          <pc:docMk/>
          <pc:sldMk cId="2832138841" sldId="295"/>
        </pc:sldMkLst>
        <pc:spChg chg="mod">
          <ac:chgData name="Plato Tse" userId="7e9150dee13f625a" providerId="LiveId" clId="{789CCF97-127F-46D5-ABA8-A2B9DA226070}" dt="2026-04-12T14:48:41.192" v="3260" actId="20577"/>
          <ac:spMkLst>
            <pc:docMk/>
            <pc:sldMk cId="2832138841" sldId="295"/>
            <ac:spMk id="2" creationId="{A1088CF0-B752-103E-0B2A-D1946C7AA729}"/>
          </ac:spMkLst>
        </pc:spChg>
        <pc:spChg chg="mod">
          <ac:chgData name="Plato Tse" userId="7e9150dee13f625a" providerId="LiveId" clId="{789CCF97-127F-46D5-ABA8-A2B9DA226070}" dt="2026-04-12T14:49:51.492" v="3287" actId="404"/>
          <ac:spMkLst>
            <pc:docMk/>
            <pc:sldMk cId="2832138841" sldId="295"/>
            <ac:spMk id="8" creationId="{90A9061F-CC9E-A55A-FBB5-27FAFA26EEC4}"/>
          </ac:spMkLst>
        </pc:spChg>
      </pc:sldChg>
      <pc:sldChg chg="modSp add mod">
        <pc:chgData name="Plato Tse" userId="7e9150dee13f625a" providerId="LiveId" clId="{789CCF97-127F-46D5-ABA8-A2B9DA226070}" dt="2026-04-12T15:50:02.786" v="3324" actId="20577"/>
        <pc:sldMkLst>
          <pc:docMk/>
          <pc:sldMk cId="647990435" sldId="296"/>
        </pc:sldMkLst>
        <pc:spChg chg="mod">
          <ac:chgData name="Plato Tse" userId="7e9150dee13f625a" providerId="LiveId" clId="{789CCF97-127F-46D5-ABA8-A2B9DA226070}" dt="2026-04-12T15:49:06.951" v="3303" actId="20577"/>
          <ac:spMkLst>
            <pc:docMk/>
            <pc:sldMk cId="647990435" sldId="296"/>
            <ac:spMk id="2" creationId="{DB2A78A7-4CD6-369D-BB40-5F4DE5DA385E}"/>
          </ac:spMkLst>
        </pc:spChg>
        <pc:spChg chg="mod">
          <ac:chgData name="Plato Tse" userId="7e9150dee13f625a" providerId="LiveId" clId="{789CCF97-127F-46D5-ABA8-A2B9DA226070}" dt="2026-04-12T15:50:02.786" v="3324" actId="20577"/>
          <ac:spMkLst>
            <pc:docMk/>
            <pc:sldMk cId="647990435" sldId="296"/>
            <ac:spMk id="41" creationId="{E218D743-36EB-E5AE-8C46-D96CC36B2E76}"/>
          </ac:spMkLst>
        </pc:spChg>
      </pc:sldChg>
      <pc:sldChg chg="modSp add mod">
        <pc:chgData name="Plato Tse" userId="7e9150dee13f625a" providerId="LiveId" clId="{789CCF97-127F-46D5-ABA8-A2B9DA226070}" dt="2026-04-12T15:55:24.884" v="3618" actId="20577"/>
        <pc:sldMkLst>
          <pc:docMk/>
          <pc:sldMk cId="1755375073" sldId="297"/>
        </pc:sldMkLst>
        <pc:spChg chg="mod">
          <ac:chgData name="Plato Tse" userId="7e9150dee13f625a" providerId="LiveId" clId="{789CCF97-127F-46D5-ABA8-A2B9DA226070}" dt="2026-04-12T15:52:23.151" v="3338" actId="20577"/>
          <ac:spMkLst>
            <pc:docMk/>
            <pc:sldMk cId="1755375073" sldId="297"/>
            <ac:spMk id="2" creationId="{AEE991F1-942D-9F12-B970-7EA1C12AE200}"/>
          </ac:spMkLst>
        </pc:spChg>
        <pc:spChg chg="mod">
          <ac:chgData name="Plato Tse" userId="7e9150dee13f625a" providerId="LiveId" clId="{789CCF97-127F-46D5-ABA8-A2B9DA226070}" dt="2026-04-12T15:55:24.884" v="3618" actId="20577"/>
          <ac:spMkLst>
            <pc:docMk/>
            <pc:sldMk cId="1755375073" sldId="297"/>
            <ac:spMk id="8" creationId="{FB882E51-487D-263E-0AA2-EA5F356A5F11}"/>
          </ac:spMkLst>
        </pc:spChg>
      </pc:sldChg>
      <pc:sldChg chg="modSp add mod">
        <pc:chgData name="Plato Tse" userId="7e9150dee13f625a" providerId="LiveId" clId="{789CCF97-127F-46D5-ABA8-A2B9DA226070}" dt="2026-04-12T16:13:18.538" v="3792" actId="403"/>
        <pc:sldMkLst>
          <pc:docMk/>
          <pc:sldMk cId="2048634527" sldId="298"/>
        </pc:sldMkLst>
        <pc:spChg chg="mod">
          <ac:chgData name="Plato Tse" userId="7e9150dee13f625a" providerId="LiveId" clId="{789CCF97-127F-46D5-ABA8-A2B9DA226070}" dt="2026-04-12T16:11:36.026" v="3731" actId="20577"/>
          <ac:spMkLst>
            <pc:docMk/>
            <pc:sldMk cId="2048634527" sldId="298"/>
            <ac:spMk id="2" creationId="{FEE5E812-5B2E-3EBF-6CD1-6FC29E78F111}"/>
          </ac:spMkLst>
        </pc:spChg>
        <pc:spChg chg="mod">
          <ac:chgData name="Plato Tse" userId="7e9150dee13f625a" providerId="LiveId" clId="{789CCF97-127F-46D5-ABA8-A2B9DA226070}" dt="2026-04-12T16:13:18.538" v="3792" actId="403"/>
          <ac:spMkLst>
            <pc:docMk/>
            <pc:sldMk cId="2048634527" sldId="298"/>
            <ac:spMk id="41" creationId="{BA09B85E-C631-0292-4A98-8F636F22155D}"/>
          </ac:spMkLst>
        </pc:spChg>
      </pc:sldChg>
      <pc:sldChg chg="modSp add mod">
        <pc:chgData name="Plato Tse" userId="7e9150dee13f625a" providerId="LiveId" clId="{789CCF97-127F-46D5-ABA8-A2B9DA226070}" dt="2026-04-12T16:16:33.454" v="4013" actId="403"/>
        <pc:sldMkLst>
          <pc:docMk/>
          <pc:sldMk cId="172242684" sldId="299"/>
        </pc:sldMkLst>
        <pc:spChg chg="mod">
          <ac:chgData name="Plato Tse" userId="7e9150dee13f625a" providerId="LiveId" clId="{789CCF97-127F-46D5-ABA8-A2B9DA226070}" dt="2026-04-12T16:13:53.135" v="3816" actId="20577"/>
          <ac:spMkLst>
            <pc:docMk/>
            <pc:sldMk cId="172242684" sldId="299"/>
            <ac:spMk id="2" creationId="{C175F018-B928-4DB2-780C-C4B23669F106}"/>
          </ac:spMkLst>
        </pc:spChg>
        <pc:spChg chg="mod">
          <ac:chgData name="Plato Tse" userId="7e9150dee13f625a" providerId="LiveId" clId="{789CCF97-127F-46D5-ABA8-A2B9DA226070}" dt="2026-04-12T16:16:33.454" v="4013" actId="403"/>
          <ac:spMkLst>
            <pc:docMk/>
            <pc:sldMk cId="172242684" sldId="299"/>
            <ac:spMk id="8" creationId="{BB200257-6B5A-C064-D738-D67283D68249}"/>
          </ac:spMkLst>
        </pc:spChg>
      </pc:sldChg>
      <pc:sldChg chg="modSp add mod">
        <pc:chgData name="Plato Tse" userId="7e9150dee13f625a" providerId="LiveId" clId="{789CCF97-127F-46D5-ABA8-A2B9DA226070}" dt="2026-04-12T16:25:13.903" v="4103" actId="403"/>
        <pc:sldMkLst>
          <pc:docMk/>
          <pc:sldMk cId="526700657" sldId="300"/>
        </pc:sldMkLst>
        <pc:spChg chg="mod">
          <ac:chgData name="Plato Tse" userId="7e9150dee13f625a" providerId="LiveId" clId="{789CCF97-127F-46D5-ABA8-A2B9DA226070}" dt="2026-04-12T16:16:50.396" v="4015"/>
          <ac:spMkLst>
            <pc:docMk/>
            <pc:sldMk cId="526700657" sldId="300"/>
            <ac:spMk id="2" creationId="{4646A713-D3E8-7324-7275-B0002F681F63}"/>
          </ac:spMkLst>
        </pc:spChg>
        <pc:spChg chg="mod">
          <ac:chgData name="Plato Tse" userId="7e9150dee13f625a" providerId="LiveId" clId="{789CCF97-127F-46D5-ABA8-A2B9DA226070}" dt="2026-04-12T16:25:13.903" v="4103" actId="403"/>
          <ac:spMkLst>
            <pc:docMk/>
            <pc:sldMk cId="526700657" sldId="300"/>
            <ac:spMk id="41" creationId="{4BC1FA5A-6028-034D-88BC-672E625D92A8}"/>
          </ac:spMkLst>
        </pc:spChg>
      </pc:sldChg>
      <pc:sldChg chg="modSp add mod">
        <pc:chgData name="Plato Tse" userId="7e9150dee13f625a" providerId="LiveId" clId="{789CCF97-127F-46D5-ABA8-A2B9DA226070}" dt="2026-04-12T16:35:38.019" v="4323" actId="20577"/>
        <pc:sldMkLst>
          <pc:docMk/>
          <pc:sldMk cId="1991936833" sldId="301"/>
        </pc:sldMkLst>
        <pc:spChg chg="mod">
          <ac:chgData name="Plato Tse" userId="7e9150dee13f625a" providerId="LiveId" clId="{789CCF97-127F-46D5-ABA8-A2B9DA226070}" dt="2026-04-12T16:31:32.287" v="4268" actId="20577"/>
          <ac:spMkLst>
            <pc:docMk/>
            <pc:sldMk cId="1991936833" sldId="301"/>
            <ac:spMk id="2" creationId="{93E3809B-CDAE-1D18-CDA3-3F698A2930FB}"/>
          </ac:spMkLst>
        </pc:spChg>
        <pc:spChg chg="mod">
          <ac:chgData name="Plato Tse" userId="7e9150dee13f625a" providerId="LiveId" clId="{789CCF97-127F-46D5-ABA8-A2B9DA226070}" dt="2026-04-12T16:35:38.019" v="4323" actId="20577"/>
          <ac:spMkLst>
            <pc:docMk/>
            <pc:sldMk cId="1991936833" sldId="301"/>
            <ac:spMk id="8" creationId="{81415C95-6DF2-7F59-AE2C-91C7B2111771}"/>
          </ac:spMkLst>
        </pc:spChg>
      </pc:sldChg>
      <pc:sldChg chg="modSp add mod">
        <pc:chgData name="Plato Tse" userId="7e9150dee13f625a" providerId="LiveId" clId="{789CCF97-127F-46D5-ABA8-A2B9DA226070}" dt="2026-04-12T16:37:49.646" v="4437" actId="20577"/>
        <pc:sldMkLst>
          <pc:docMk/>
          <pc:sldMk cId="1205634326" sldId="302"/>
        </pc:sldMkLst>
        <pc:spChg chg="mod">
          <ac:chgData name="Plato Tse" userId="7e9150dee13f625a" providerId="LiveId" clId="{789CCF97-127F-46D5-ABA8-A2B9DA226070}" dt="2026-04-12T16:34:07.386" v="4321" actId="14100"/>
          <ac:spMkLst>
            <pc:docMk/>
            <pc:sldMk cId="1205634326" sldId="302"/>
            <ac:spMk id="2" creationId="{252DD216-1E01-A39E-5852-C5D66B6B19E3}"/>
          </ac:spMkLst>
        </pc:spChg>
        <pc:spChg chg="mod">
          <ac:chgData name="Plato Tse" userId="7e9150dee13f625a" providerId="LiveId" clId="{789CCF97-127F-46D5-ABA8-A2B9DA226070}" dt="2026-04-12T16:37:49.646" v="4437" actId="20577"/>
          <ac:spMkLst>
            <pc:docMk/>
            <pc:sldMk cId="1205634326" sldId="302"/>
            <ac:spMk id="41" creationId="{4DDA981B-F1F8-D6CC-6E8A-EDB0FDA8FAE1}"/>
          </ac:spMkLst>
        </pc:spChg>
      </pc:sldChg>
      <pc:sldChg chg="modSp add mod">
        <pc:chgData name="Plato Tse" userId="7e9150dee13f625a" providerId="LiveId" clId="{789CCF97-127F-46D5-ABA8-A2B9DA226070}" dt="2026-04-12T16:40:19.718" v="4536" actId="20577"/>
        <pc:sldMkLst>
          <pc:docMk/>
          <pc:sldMk cId="2159137567" sldId="303"/>
        </pc:sldMkLst>
        <pc:spChg chg="mod">
          <ac:chgData name="Plato Tse" userId="7e9150dee13f625a" providerId="LiveId" clId="{789CCF97-127F-46D5-ABA8-A2B9DA226070}" dt="2026-04-12T16:37:08.993" v="4415" actId="20577"/>
          <ac:spMkLst>
            <pc:docMk/>
            <pc:sldMk cId="2159137567" sldId="303"/>
            <ac:spMk id="2" creationId="{1D446761-010A-D7FF-0050-18DF2BD68B28}"/>
          </ac:spMkLst>
        </pc:spChg>
        <pc:spChg chg="mod">
          <ac:chgData name="Plato Tse" userId="7e9150dee13f625a" providerId="LiveId" clId="{789CCF97-127F-46D5-ABA8-A2B9DA226070}" dt="2026-04-12T16:40:19.718" v="4536" actId="20577"/>
          <ac:spMkLst>
            <pc:docMk/>
            <pc:sldMk cId="2159137567" sldId="303"/>
            <ac:spMk id="8" creationId="{CC894652-CDCB-4CD6-B47F-E700A6805800}"/>
          </ac:spMkLst>
        </pc:spChg>
      </pc:sldChg>
      <pc:sldChg chg="modSp add mod">
        <pc:chgData name="Plato Tse" userId="7e9150dee13f625a" providerId="LiveId" clId="{789CCF97-127F-46D5-ABA8-A2B9DA226070}" dt="2026-04-12T16:42:28.019" v="4621" actId="20577"/>
        <pc:sldMkLst>
          <pc:docMk/>
          <pc:sldMk cId="1962417299" sldId="304"/>
        </pc:sldMkLst>
        <pc:spChg chg="mod">
          <ac:chgData name="Plato Tse" userId="7e9150dee13f625a" providerId="LiveId" clId="{789CCF97-127F-46D5-ABA8-A2B9DA226070}" dt="2026-04-12T16:42:28.019" v="4621" actId="20577"/>
          <ac:spMkLst>
            <pc:docMk/>
            <pc:sldMk cId="1962417299" sldId="304"/>
            <ac:spMk id="2" creationId="{8B9F2C35-2C37-52D2-03E5-97E16894F68A}"/>
          </ac:spMkLst>
        </pc:spChg>
        <pc:spChg chg="mod">
          <ac:chgData name="Plato Tse" userId="7e9150dee13f625a" providerId="LiveId" clId="{789CCF97-127F-46D5-ABA8-A2B9DA226070}" dt="2026-04-12T16:42:07.198" v="4581" actId="404"/>
          <ac:spMkLst>
            <pc:docMk/>
            <pc:sldMk cId="1962417299" sldId="304"/>
            <ac:spMk id="41" creationId="{7C8E0873-D925-7E66-BDEC-D55B614BCD7B}"/>
          </ac:spMkLst>
        </pc:spChg>
      </pc:sldChg>
      <pc:sldChg chg="modSp add mod">
        <pc:chgData name="Plato Tse" userId="7e9150dee13f625a" providerId="LiveId" clId="{789CCF97-127F-46D5-ABA8-A2B9DA226070}" dt="2026-04-12T16:44:31.296" v="4704"/>
        <pc:sldMkLst>
          <pc:docMk/>
          <pc:sldMk cId="2020057975" sldId="305"/>
        </pc:sldMkLst>
        <pc:spChg chg="mod">
          <ac:chgData name="Plato Tse" userId="7e9150dee13f625a" providerId="LiveId" clId="{789CCF97-127F-46D5-ABA8-A2B9DA226070}" dt="2026-04-12T16:42:47.508" v="4652" actId="20577"/>
          <ac:spMkLst>
            <pc:docMk/>
            <pc:sldMk cId="2020057975" sldId="305"/>
            <ac:spMk id="2" creationId="{628CA3E6-9E87-3AE4-918C-342471597B2D}"/>
          </ac:spMkLst>
        </pc:spChg>
        <pc:spChg chg="mod">
          <ac:chgData name="Plato Tse" userId="7e9150dee13f625a" providerId="LiveId" clId="{789CCF97-127F-46D5-ABA8-A2B9DA226070}" dt="2026-04-12T16:44:31.296" v="4704"/>
          <ac:spMkLst>
            <pc:docMk/>
            <pc:sldMk cId="2020057975" sldId="305"/>
            <ac:spMk id="8" creationId="{33BA9828-F878-B26A-D8F3-AF3721D4F73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174202-076D-4FCC-BB1F-880F8A848A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a:extLst>
              <a:ext uri="{FF2B5EF4-FFF2-40B4-BE49-F238E27FC236}">
                <a16:creationId xmlns:a16="http://schemas.microsoft.com/office/drawing/2014/main" id="{5FAD0C0A-72EF-4EA2-8D6C-4938445A10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C6063AB-68DD-4467-B9F3-CFD39EF31317}" type="datetime1">
              <a:rPr lang="en-GB" smtClean="0"/>
              <a:t>12/04/2026</a:t>
            </a:fld>
            <a:endParaRPr lang="en-GB" dirty="0"/>
          </a:p>
        </p:txBody>
      </p:sp>
      <p:sp>
        <p:nvSpPr>
          <p:cNvPr id="4" name="Footer Placeholder 3">
            <a:extLst>
              <a:ext uri="{FF2B5EF4-FFF2-40B4-BE49-F238E27FC236}">
                <a16:creationId xmlns:a16="http://schemas.microsoft.com/office/drawing/2014/main" id="{58AB2131-4249-4045-A9F7-9BE0F73F0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a:extLst>
              <a:ext uri="{FF2B5EF4-FFF2-40B4-BE49-F238E27FC236}">
                <a16:creationId xmlns:a16="http://schemas.microsoft.com/office/drawing/2014/main" id="{72180F18-DB0C-473D-93EA-5E50BE9DE5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5F20474-88D6-46C9-AFA3-1C3CCC241887}" type="slidenum">
              <a:rPr lang="en-GB" smtClean="0"/>
              <a:t>‹#›</a:t>
            </a:fld>
            <a:endParaRPr lang="en-GB" dirty="0"/>
          </a:p>
        </p:txBody>
      </p:sp>
    </p:spTree>
    <p:extLst>
      <p:ext uri="{BB962C8B-B14F-4D97-AF65-F5344CB8AC3E}">
        <p14:creationId xmlns:p14="http://schemas.microsoft.com/office/powerpoint/2010/main" val="48219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17B0F02-3072-4C07-8D39-FB97D9D5FCA2}" type="datetime1">
              <a:rPr lang="en-GB" noProof="0" smtClean="0"/>
              <a:t>12/04/2026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B68C18-1BF1-F447-95ED-60EAAE35426E}" type="slidenum">
              <a:rPr lang="en-GB" noProof="0" smtClean="0"/>
              <a:t>‹#›</a:t>
            </a:fld>
            <a:endParaRPr lang="en-GB" noProof="0" dirty="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a:t>
            </a:fld>
            <a:endParaRPr lang="en-GB" dirty="0"/>
          </a:p>
        </p:txBody>
      </p:sp>
    </p:spTree>
    <p:extLst>
      <p:ext uri="{BB962C8B-B14F-4D97-AF65-F5344CB8AC3E}">
        <p14:creationId xmlns:p14="http://schemas.microsoft.com/office/powerpoint/2010/main" val="423958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37612-D996-620F-D6F2-2216675688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B0863-CADD-2793-FE8F-7EFCE8973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F3615-F3D4-E084-811B-5906A9DBC2A9}"/>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6050B1B-98CF-FBD0-CBD3-89ED031E4A42}"/>
              </a:ext>
            </a:extLst>
          </p:cNvPr>
          <p:cNvSpPr>
            <a:spLocks noGrp="1"/>
          </p:cNvSpPr>
          <p:nvPr>
            <p:ph type="sldNum" sz="quarter" idx="5"/>
          </p:nvPr>
        </p:nvSpPr>
        <p:spPr/>
        <p:txBody>
          <a:bodyPr rtlCol="0"/>
          <a:lstStyle/>
          <a:p>
            <a:pPr rtl="0"/>
            <a:fld id="{68B68C18-1BF1-F447-95ED-60EAAE35426E}" type="slidenum">
              <a:rPr lang="en-GB" smtClean="0"/>
              <a:t>2</a:t>
            </a:fld>
            <a:endParaRPr lang="en-GB" dirty="0"/>
          </a:p>
        </p:txBody>
      </p:sp>
    </p:spTree>
    <p:extLst>
      <p:ext uri="{BB962C8B-B14F-4D97-AF65-F5344CB8AC3E}">
        <p14:creationId xmlns:p14="http://schemas.microsoft.com/office/powerpoint/2010/main" val="103427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C4814-724B-ACCB-9AEF-3DCE9EFC7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1E334-FAD2-5B2D-5964-C53593EE4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1417E-FDEA-EC2A-E135-4BF7E4C1345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15ECA9C-4B42-097B-8782-3AF0768558B2}"/>
              </a:ext>
            </a:extLst>
          </p:cNvPr>
          <p:cNvSpPr>
            <a:spLocks noGrp="1"/>
          </p:cNvSpPr>
          <p:nvPr>
            <p:ph type="sldNum" sz="quarter" idx="5"/>
          </p:nvPr>
        </p:nvSpPr>
        <p:spPr/>
        <p:txBody>
          <a:bodyPr rtlCol="0"/>
          <a:lstStyle/>
          <a:p>
            <a:pPr rtl="0"/>
            <a:fld id="{68B68C18-1BF1-F447-95ED-60EAAE35426E}" type="slidenum">
              <a:rPr lang="en-GB" smtClean="0"/>
              <a:t>3</a:t>
            </a:fld>
            <a:endParaRPr lang="en-GB" dirty="0"/>
          </a:p>
        </p:txBody>
      </p:sp>
    </p:spTree>
    <p:extLst>
      <p:ext uri="{BB962C8B-B14F-4D97-AF65-F5344CB8AC3E}">
        <p14:creationId xmlns:p14="http://schemas.microsoft.com/office/powerpoint/2010/main" val="67046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4</a:t>
            </a:fld>
            <a:endParaRPr lang="en-GB" dirty="0"/>
          </a:p>
        </p:txBody>
      </p:sp>
    </p:spTree>
    <p:extLst>
      <p:ext uri="{BB962C8B-B14F-4D97-AF65-F5344CB8AC3E}">
        <p14:creationId xmlns:p14="http://schemas.microsoft.com/office/powerpoint/2010/main" val="816922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5</a:t>
            </a:fld>
            <a:endParaRPr lang="en-GB" dirty="0"/>
          </a:p>
        </p:txBody>
      </p:sp>
    </p:spTree>
    <p:extLst>
      <p:ext uri="{BB962C8B-B14F-4D97-AF65-F5344CB8AC3E}">
        <p14:creationId xmlns:p14="http://schemas.microsoft.com/office/powerpoint/2010/main" val="1811415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5385F-70FF-3FDC-8480-49891B8F1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2B1F4-77AB-6FA1-BE7B-8ED0E4077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DABE8-2950-A539-718A-59E0D592D1F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770443B-9FD5-A744-8D8F-AFA6BCC6214E}"/>
              </a:ext>
            </a:extLst>
          </p:cNvPr>
          <p:cNvSpPr>
            <a:spLocks noGrp="1"/>
          </p:cNvSpPr>
          <p:nvPr>
            <p:ph type="sldNum" sz="quarter" idx="5"/>
          </p:nvPr>
        </p:nvSpPr>
        <p:spPr/>
        <p:txBody>
          <a:bodyPr rtlCol="0"/>
          <a:lstStyle/>
          <a:p>
            <a:pPr rtl="0"/>
            <a:fld id="{68B68C18-1BF1-F447-95ED-60EAAE35426E}" type="slidenum">
              <a:rPr lang="en-GB" smtClean="0"/>
              <a:t>6</a:t>
            </a:fld>
            <a:endParaRPr lang="en-GB" dirty="0"/>
          </a:p>
        </p:txBody>
      </p:sp>
    </p:spTree>
    <p:extLst>
      <p:ext uri="{BB962C8B-B14F-4D97-AF65-F5344CB8AC3E}">
        <p14:creationId xmlns:p14="http://schemas.microsoft.com/office/powerpoint/2010/main" val="301266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46CA1-9756-CECE-28DF-4E63087FE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6BEB1-8563-EA73-9F78-6C2890725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94C55-A149-C81C-BFA7-C6F11C5D2A2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6108221-C1A6-1FBE-379C-DBC889170E34}"/>
              </a:ext>
            </a:extLst>
          </p:cNvPr>
          <p:cNvSpPr>
            <a:spLocks noGrp="1"/>
          </p:cNvSpPr>
          <p:nvPr>
            <p:ph type="sldNum" sz="quarter" idx="5"/>
          </p:nvPr>
        </p:nvSpPr>
        <p:spPr/>
        <p:txBody>
          <a:bodyPr rtlCol="0"/>
          <a:lstStyle/>
          <a:p>
            <a:pPr rtl="0"/>
            <a:fld id="{68B68C18-1BF1-F447-95ED-60EAAE35426E}" type="slidenum">
              <a:rPr lang="en-GB" smtClean="0"/>
              <a:t>7</a:t>
            </a:fld>
            <a:endParaRPr lang="en-GB" dirty="0"/>
          </a:p>
        </p:txBody>
      </p:sp>
    </p:spTree>
    <p:extLst>
      <p:ext uri="{BB962C8B-B14F-4D97-AF65-F5344CB8AC3E}">
        <p14:creationId xmlns:p14="http://schemas.microsoft.com/office/powerpoint/2010/main" val="1337760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EFB8-4858-5B8A-44E1-036090FF5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FD80D-6709-309F-89C4-21AB33C53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FEF356-9ECC-92E4-4CD1-94338AE784D4}"/>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CF82A8A-A479-741A-9F6B-F5B66A4FC661}"/>
              </a:ext>
            </a:extLst>
          </p:cNvPr>
          <p:cNvSpPr>
            <a:spLocks noGrp="1"/>
          </p:cNvSpPr>
          <p:nvPr>
            <p:ph type="sldNum" sz="quarter" idx="5"/>
          </p:nvPr>
        </p:nvSpPr>
        <p:spPr/>
        <p:txBody>
          <a:bodyPr rtlCol="0"/>
          <a:lstStyle/>
          <a:p>
            <a:pPr rtl="0"/>
            <a:fld id="{68B68C18-1BF1-F447-95ED-60EAAE35426E}" type="slidenum">
              <a:rPr lang="en-GB" smtClean="0"/>
              <a:t>8</a:t>
            </a:fld>
            <a:endParaRPr lang="en-GB" dirty="0"/>
          </a:p>
        </p:txBody>
      </p:sp>
    </p:spTree>
    <p:extLst>
      <p:ext uri="{BB962C8B-B14F-4D97-AF65-F5344CB8AC3E}">
        <p14:creationId xmlns:p14="http://schemas.microsoft.com/office/powerpoint/2010/main" val="921003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3A63-ED74-CC7F-B332-4F37188A8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5BC19-66F5-B809-4BB5-EAE898237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9E1D3-5F3B-2B2E-8F9E-04A3A68DDA4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4B0653B2-1BA0-62D7-F969-C90AD3D00275}"/>
              </a:ext>
            </a:extLst>
          </p:cNvPr>
          <p:cNvSpPr>
            <a:spLocks noGrp="1"/>
          </p:cNvSpPr>
          <p:nvPr>
            <p:ph type="sldNum" sz="quarter" idx="5"/>
          </p:nvPr>
        </p:nvSpPr>
        <p:spPr/>
        <p:txBody>
          <a:bodyPr rtlCol="0"/>
          <a:lstStyle/>
          <a:p>
            <a:pPr rtl="0"/>
            <a:fld id="{68B68C18-1BF1-F447-95ED-60EAAE35426E}" type="slidenum">
              <a:rPr lang="en-GB" smtClean="0"/>
              <a:t>9</a:t>
            </a:fld>
            <a:endParaRPr lang="en-GB" dirty="0"/>
          </a:p>
        </p:txBody>
      </p:sp>
    </p:spTree>
    <p:extLst>
      <p:ext uri="{BB962C8B-B14F-4D97-AF65-F5344CB8AC3E}">
        <p14:creationId xmlns:p14="http://schemas.microsoft.com/office/powerpoint/2010/main" val="4261007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10</a:t>
            </a:fld>
            <a:endParaRPr lang="en-GB" dirty="0"/>
          </a:p>
        </p:txBody>
      </p:sp>
    </p:spTree>
    <p:extLst>
      <p:ext uri="{BB962C8B-B14F-4D97-AF65-F5344CB8AC3E}">
        <p14:creationId xmlns:p14="http://schemas.microsoft.com/office/powerpoint/2010/main" val="1263412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11</a:t>
            </a:fld>
            <a:endParaRPr lang="en-GB" dirty="0"/>
          </a:p>
        </p:txBody>
      </p:sp>
    </p:spTree>
    <p:extLst>
      <p:ext uri="{BB962C8B-B14F-4D97-AF65-F5344CB8AC3E}">
        <p14:creationId xmlns:p14="http://schemas.microsoft.com/office/powerpoint/2010/main" val="2456630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0BE2D-C774-8215-6A35-B346467F0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1F4BC-1B1A-C730-DB0C-D7E62A04F7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44EDF-6DEC-EA00-F476-E7323E573EF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E4E3EA4-87AD-7070-22C2-0E42169041A8}"/>
              </a:ext>
            </a:extLst>
          </p:cNvPr>
          <p:cNvSpPr>
            <a:spLocks noGrp="1"/>
          </p:cNvSpPr>
          <p:nvPr>
            <p:ph type="sldNum" sz="quarter" idx="5"/>
          </p:nvPr>
        </p:nvSpPr>
        <p:spPr/>
        <p:txBody>
          <a:bodyPr rtlCol="0"/>
          <a:lstStyle/>
          <a:p>
            <a:pPr rtl="0"/>
            <a:fld id="{68B68C18-1BF1-F447-95ED-60EAAE35426E}" type="slidenum">
              <a:rPr lang="en-GB" smtClean="0"/>
              <a:t>12</a:t>
            </a:fld>
            <a:endParaRPr lang="en-GB" dirty="0"/>
          </a:p>
        </p:txBody>
      </p:sp>
    </p:spTree>
    <p:extLst>
      <p:ext uri="{BB962C8B-B14F-4D97-AF65-F5344CB8AC3E}">
        <p14:creationId xmlns:p14="http://schemas.microsoft.com/office/powerpoint/2010/main" val="388401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D0FB2-32E7-C5FB-949A-83E73F882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5B8FA-315B-66B9-F9A7-E0E7911E6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90DC3-67E5-8129-48D0-A8CDF7D0DF05}"/>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83E071D-CE6F-5E7E-59BD-912865749777}"/>
              </a:ext>
            </a:extLst>
          </p:cNvPr>
          <p:cNvSpPr>
            <a:spLocks noGrp="1"/>
          </p:cNvSpPr>
          <p:nvPr>
            <p:ph type="sldNum" sz="quarter" idx="5"/>
          </p:nvPr>
        </p:nvSpPr>
        <p:spPr/>
        <p:txBody>
          <a:bodyPr rtlCol="0"/>
          <a:lstStyle/>
          <a:p>
            <a:pPr rtl="0"/>
            <a:fld id="{68B68C18-1BF1-F447-95ED-60EAAE35426E}" type="slidenum">
              <a:rPr lang="en-GB" smtClean="0"/>
              <a:t>13</a:t>
            </a:fld>
            <a:endParaRPr lang="en-GB" dirty="0"/>
          </a:p>
        </p:txBody>
      </p:sp>
    </p:spTree>
    <p:extLst>
      <p:ext uri="{BB962C8B-B14F-4D97-AF65-F5344CB8AC3E}">
        <p14:creationId xmlns:p14="http://schemas.microsoft.com/office/powerpoint/2010/main" val="2816678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EB30-2EFC-D903-5CC4-5B12BB560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28E68-5B4B-1AB7-C987-3929D04E5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49292-1CB6-BD46-6484-38BD6B2BDC1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14A86759-0037-53B1-2E4B-56CCF080BD24}"/>
              </a:ext>
            </a:extLst>
          </p:cNvPr>
          <p:cNvSpPr>
            <a:spLocks noGrp="1"/>
          </p:cNvSpPr>
          <p:nvPr>
            <p:ph type="sldNum" sz="quarter" idx="5"/>
          </p:nvPr>
        </p:nvSpPr>
        <p:spPr/>
        <p:txBody>
          <a:bodyPr rtlCol="0"/>
          <a:lstStyle/>
          <a:p>
            <a:pPr rtl="0"/>
            <a:fld id="{68B68C18-1BF1-F447-95ED-60EAAE35426E}" type="slidenum">
              <a:rPr lang="en-GB" smtClean="0"/>
              <a:t>14</a:t>
            </a:fld>
            <a:endParaRPr lang="en-GB" dirty="0"/>
          </a:p>
        </p:txBody>
      </p:sp>
    </p:spTree>
    <p:extLst>
      <p:ext uri="{BB962C8B-B14F-4D97-AF65-F5344CB8AC3E}">
        <p14:creationId xmlns:p14="http://schemas.microsoft.com/office/powerpoint/2010/main" val="5632458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15</a:t>
            </a:fld>
            <a:endParaRPr lang="en-GB" dirty="0"/>
          </a:p>
        </p:txBody>
      </p:sp>
    </p:spTree>
    <p:extLst>
      <p:ext uri="{BB962C8B-B14F-4D97-AF65-F5344CB8AC3E}">
        <p14:creationId xmlns:p14="http://schemas.microsoft.com/office/powerpoint/2010/main" val="242260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68B68C18-1BF1-F447-95ED-60EAAE35426E}" type="slidenum">
              <a:rPr lang="en-GB" smtClean="0"/>
              <a:t>16</a:t>
            </a:fld>
            <a:endParaRPr lang="en-GB" dirty="0"/>
          </a:p>
        </p:txBody>
      </p:sp>
    </p:spTree>
    <p:extLst>
      <p:ext uri="{BB962C8B-B14F-4D97-AF65-F5344CB8AC3E}">
        <p14:creationId xmlns:p14="http://schemas.microsoft.com/office/powerpoint/2010/main" val="283436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82476-5AB4-0D42-0723-7CD61BFC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F12E3-1B42-F8B1-B0B9-08E52E7CC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4ABF9-863B-3E10-A796-8E6BA23FC36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05800E1-9757-789B-1975-831670101F06}"/>
              </a:ext>
            </a:extLst>
          </p:cNvPr>
          <p:cNvSpPr>
            <a:spLocks noGrp="1"/>
          </p:cNvSpPr>
          <p:nvPr>
            <p:ph type="sldNum" sz="quarter" idx="5"/>
          </p:nvPr>
        </p:nvSpPr>
        <p:spPr/>
        <p:txBody>
          <a:bodyPr rtlCol="0"/>
          <a:lstStyle/>
          <a:p>
            <a:pPr rtl="0"/>
            <a:fld id="{68B68C18-1BF1-F447-95ED-60EAAE35426E}" type="slidenum">
              <a:rPr lang="en-GB" smtClean="0"/>
              <a:t>17</a:t>
            </a:fld>
            <a:endParaRPr lang="en-GB" dirty="0"/>
          </a:p>
        </p:txBody>
      </p:sp>
    </p:spTree>
    <p:extLst>
      <p:ext uri="{BB962C8B-B14F-4D97-AF65-F5344CB8AC3E}">
        <p14:creationId xmlns:p14="http://schemas.microsoft.com/office/powerpoint/2010/main" val="3234279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EF8F-3B32-9324-51FC-3A917E3D8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FD296-0AB2-829E-2DB2-2F7EB8E84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70744-1B04-56E1-A722-E64553FBD58E}"/>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E8F8644-A99A-3E73-2B53-E0C958E3183B}"/>
              </a:ext>
            </a:extLst>
          </p:cNvPr>
          <p:cNvSpPr>
            <a:spLocks noGrp="1"/>
          </p:cNvSpPr>
          <p:nvPr>
            <p:ph type="sldNum" sz="quarter" idx="5"/>
          </p:nvPr>
        </p:nvSpPr>
        <p:spPr/>
        <p:txBody>
          <a:bodyPr rtlCol="0"/>
          <a:lstStyle/>
          <a:p>
            <a:pPr rtl="0"/>
            <a:fld id="{68B68C18-1BF1-F447-95ED-60EAAE35426E}" type="slidenum">
              <a:rPr lang="en-GB" smtClean="0"/>
              <a:t>18</a:t>
            </a:fld>
            <a:endParaRPr lang="en-GB" dirty="0"/>
          </a:p>
        </p:txBody>
      </p:sp>
    </p:spTree>
    <p:extLst>
      <p:ext uri="{BB962C8B-B14F-4D97-AF65-F5344CB8AC3E}">
        <p14:creationId xmlns:p14="http://schemas.microsoft.com/office/powerpoint/2010/main" val="982088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6C549-A7F9-04FE-4CCB-DEA305013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42B89-A7E2-8F76-0CA8-70CEA771E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2183E-DB4A-6971-9A49-F375E0D7B25C}"/>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59876BA-F1E8-1C30-D4F5-90BFE5085401}"/>
              </a:ext>
            </a:extLst>
          </p:cNvPr>
          <p:cNvSpPr>
            <a:spLocks noGrp="1"/>
          </p:cNvSpPr>
          <p:nvPr>
            <p:ph type="sldNum" sz="quarter" idx="5"/>
          </p:nvPr>
        </p:nvSpPr>
        <p:spPr/>
        <p:txBody>
          <a:bodyPr rtlCol="0"/>
          <a:lstStyle/>
          <a:p>
            <a:pPr rtl="0"/>
            <a:fld id="{68B68C18-1BF1-F447-95ED-60EAAE35426E}" type="slidenum">
              <a:rPr lang="en-GB" smtClean="0"/>
              <a:t>19</a:t>
            </a:fld>
            <a:endParaRPr lang="en-GB" dirty="0"/>
          </a:p>
        </p:txBody>
      </p:sp>
    </p:spTree>
    <p:extLst>
      <p:ext uri="{BB962C8B-B14F-4D97-AF65-F5344CB8AC3E}">
        <p14:creationId xmlns:p14="http://schemas.microsoft.com/office/powerpoint/2010/main" val="2275579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92DB-911A-06AC-BE58-3655348DF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92306-0ECB-7389-2871-073527A61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CAF1B-70B2-7709-3734-40D73A6D8FA6}"/>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A93526C2-29E8-D028-5C19-6F7819037DF5}"/>
              </a:ext>
            </a:extLst>
          </p:cNvPr>
          <p:cNvSpPr>
            <a:spLocks noGrp="1"/>
          </p:cNvSpPr>
          <p:nvPr>
            <p:ph type="sldNum" sz="quarter" idx="5"/>
          </p:nvPr>
        </p:nvSpPr>
        <p:spPr/>
        <p:txBody>
          <a:bodyPr rtlCol="0"/>
          <a:lstStyle/>
          <a:p>
            <a:pPr rtl="0"/>
            <a:fld id="{68B68C18-1BF1-F447-95ED-60EAAE35426E}" type="slidenum">
              <a:rPr lang="en-GB" smtClean="0"/>
              <a:t>20</a:t>
            </a:fld>
            <a:endParaRPr lang="en-GB"/>
          </a:p>
        </p:txBody>
      </p:sp>
    </p:spTree>
    <p:extLst>
      <p:ext uri="{BB962C8B-B14F-4D97-AF65-F5344CB8AC3E}">
        <p14:creationId xmlns:p14="http://schemas.microsoft.com/office/powerpoint/2010/main" val="4132775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7173D-D430-88AC-79D6-FC440669C6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2B2A6-34B5-682A-1E6E-0ED8B26BB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60C0A-A947-D529-FD9B-40EE47F4AD1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979B314D-4817-C096-1798-14C52EB14962}"/>
              </a:ext>
            </a:extLst>
          </p:cNvPr>
          <p:cNvSpPr>
            <a:spLocks noGrp="1"/>
          </p:cNvSpPr>
          <p:nvPr>
            <p:ph type="sldNum" sz="quarter" idx="5"/>
          </p:nvPr>
        </p:nvSpPr>
        <p:spPr/>
        <p:txBody>
          <a:bodyPr rtlCol="0"/>
          <a:lstStyle/>
          <a:p>
            <a:pPr rtl="0"/>
            <a:fld id="{68B68C18-1BF1-F447-95ED-60EAAE35426E}" type="slidenum">
              <a:rPr lang="en-GB" smtClean="0"/>
              <a:t>21</a:t>
            </a:fld>
            <a:endParaRPr lang="en-GB"/>
          </a:p>
        </p:txBody>
      </p:sp>
    </p:spTree>
    <p:extLst>
      <p:ext uri="{BB962C8B-B14F-4D97-AF65-F5344CB8AC3E}">
        <p14:creationId xmlns:p14="http://schemas.microsoft.com/office/powerpoint/2010/main" val="3929647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A03D-FAFF-A2D0-CBC1-0FB9B6CDB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248450-60EB-0A0B-AF37-6969B0024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6CB37-A0F6-51E0-E23A-922E3CDA0A1B}"/>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48C792A-AFF1-3292-71B3-52BBB36443F7}"/>
              </a:ext>
            </a:extLst>
          </p:cNvPr>
          <p:cNvSpPr>
            <a:spLocks noGrp="1"/>
          </p:cNvSpPr>
          <p:nvPr>
            <p:ph type="sldNum" sz="quarter" idx="5"/>
          </p:nvPr>
        </p:nvSpPr>
        <p:spPr/>
        <p:txBody>
          <a:bodyPr rtlCol="0"/>
          <a:lstStyle/>
          <a:p>
            <a:pPr rtl="0"/>
            <a:fld id="{68B68C18-1BF1-F447-95ED-60EAAE35426E}" type="slidenum">
              <a:rPr lang="en-GB" smtClean="0"/>
              <a:t>22</a:t>
            </a:fld>
            <a:endParaRPr lang="en-GB"/>
          </a:p>
        </p:txBody>
      </p:sp>
    </p:spTree>
    <p:extLst>
      <p:ext uri="{BB962C8B-B14F-4D97-AF65-F5344CB8AC3E}">
        <p14:creationId xmlns:p14="http://schemas.microsoft.com/office/powerpoint/2010/main" val="35045621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EB8B1-CA02-B0D7-5249-AA87B07C4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709E6-103A-E8E9-A591-A0E8E82F8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82A59-693D-CA4C-5581-25D84FDEF74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FD0AC96-B79A-CAF6-CF14-DFFD83260210}"/>
              </a:ext>
            </a:extLst>
          </p:cNvPr>
          <p:cNvSpPr>
            <a:spLocks noGrp="1"/>
          </p:cNvSpPr>
          <p:nvPr>
            <p:ph type="sldNum" sz="quarter" idx="5"/>
          </p:nvPr>
        </p:nvSpPr>
        <p:spPr/>
        <p:txBody>
          <a:bodyPr rtlCol="0"/>
          <a:lstStyle/>
          <a:p>
            <a:pPr rtl="0"/>
            <a:fld id="{68B68C18-1BF1-F447-95ED-60EAAE35426E}" type="slidenum">
              <a:rPr lang="en-GB" smtClean="0"/>
              <a:t>23</a:t>
            </a:fld>
            <a:endParaRPr lang="en-GB"/>
          </a:p>
        </p:txBody>
      </p:sp>
    </p:spTree>
    <p:extLst>
      <p:ext uri="{BB962C8B-B14F-4D97-AF65-F5344CB8AC3E}">
        <p14:creationId xmlns:p14="http://schemas.microsoft.com/office/powerpoint/2010/main" val="6082689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1538-AE0A-B9FA-3A7D-E4E31FB2C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389C1A-C056-1336-7B4F-A8C47865A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450306-014D-7093-C5A3-686D634766E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24A1F3DE-1DD5-438B-9F6C-50BE21AE1D46}"/>
              </a:ext>
            </a:extLst>
          </p:cNvPr>
          <p:cNvSpPr>
            <a:spLocks noGrp="1"/>
          </p:cNvSpPr>
          <p:nvPr>
            <p:ph type="sldNum" sz="quarter" idx="5"/>
          </p:nvPr>
        </p:nvSpPr>
        <p:spPr/>
        <p:txBody>
          <a:bodyPr rtlCol="0"/>
          <a:lstStyle/>
          <a:p>
            <a:pPr rtl="0"/>
            <a:fld id="{68B68C18-1BF1-F447-95ED-60EAAE35426E}" type="slidenum">
              <a:rPr lang="en-GB" smtClean="0"/>
              <a:t>24</a:t>
            </a:fld>
            <a:endParaRPr lang="en-GB"/>
          </a:p>
        </p:txBody>
      </p:sp>
    </p:spTree>
    <p:extLst>
      <p:ext uri="{BB962C8B-B14F-4D97-AF65-F5344CB8AC3E}">
        <p14:creationId xmlns:p14="http://schemas.microsoft.com/office/powerpoint/2010/main" val="1817868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D1E2-1780-4F49-E2CF-17DAC98D1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C0210-E0F9-5A6B-062D-38D72A248A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1A390A-A71E-4CD0-077B-9BAE43F37C4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7468C2BB-B756-5EEB-0299-6244E5C71F41}"/>
              </a:ext>
            </a:extLst>
          </p:cNvPr>
          <p:cNvSpPr>
            <a:spLocks noGrp="1"/>
          </p:cNvSpPr>
          <p:nvPr>
            <p:ph type="sldNum" sz="quarter" idx="5"/>
          </p:nvPr>
        </p:nvSpPr>
        <p:spPr/>
        <p:txBody>
          <a:bodyPr rtlCol="0"/>
          <a:lstStyle/>
          <a:p>
            <a:pPr rtl="0"/>
            <a:fld id="{68B68C18-1BF1-F447-95ED-60EAAE35426E}" type="slidenum">
              <a:rPr lang="en-GB" smtClean="0"/>
              <a:t>25</a:t>
            </a:fld>
            <a:endParaRPr lang="en-GB"/>
          </a:p>
        </p:txBody>
      </p:sp>
    </p:spTree>
    <p:extLst>
      <p:ext uri="{BB962C8B-B14F-4D97-AF65-F5344CB8AC3E}">
        <p14:creationId xmlns:p14="http://schemas.microsoft.com/office/powerpoint/2010/main" val="31547482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97446-2EA8-37BF-33AF-BF9D927AE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CE908-EFD6-1E17-4070-E0C1483E6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52CB71-A5AB-42D4-4E46-4C2D37459D43}"/>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93B56DA9-61FA-DAAF-ED6D-647AAB928C0F}"/>
              </a:ext>
            </a:extLst>
          </p:cNvPr>
          <p:cNvSpPr>
            <a:spLocks noGrp="1"/>
          </p:cNvSpPr>
          <p:nvPr>
            <p:ph type="sldNum" sz="quarter" idx="5"/>
          </p:nvPr>
        </p:nvSpPr>
        <p:spPr/>
        <p:txBody>
          <a:bodyPr rtlCol="0"/>
          <a:lstStyle/>
          <a:p>
            <a:pPr rtl="0"/>
            <a:fld id="{68B68C18-1BF1-F447-95ED-60EAAE35426E}" type="slidenum">
              <a:rPr lang="en-GB" smtClean="0"/>
              <a:t>26</a:t>
            </a:fld>
            <a:endParaRPr lang="en-GB"/>
          </a:p>
        </p:txBody>
      </p:sp>
    </p:spTree>
    <p:extLst>
      <p:ext uri="{BB962C8B-B14F-4D97-AF65-F5344CB8AC3E}">
        <p14:creationId xmlns:p14="http://schemas.microsoft.com/office/powerpoint/2010/main" val="31218428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CA05C-3218-165E-6369-BF6A531ED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B3D69D-BAF1-457F-FBDA-B50DF4D220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507E8-7247-7DF8-C651-A5A0F595BA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0AF23A9-6C46-E02F-6053-9323D9F288DA}"/>
              </a:ext>
            </a:extLst>
          </p:cNvPr>
          <p:cNvSpPr>
            <a:spLocks noGrp="1"/>
          </p:cNvSpPr>
          <p:nvPr>
            <p:ph type="sldNum" sz="quarter" idx="5"/>
          </p:nvPr>
        </p:nvSpPr>
        <p:spPr/>
        <p:txBody>
          <a:bodyPr rtlCol="0"/>
          <a:lstStyle/>
          <a:p>
            <a:pPr rtl="0"/>
            <a:fld id="{68B68C18-1BF1-F447-95ED-60EAAE35426E}" type="slidenum">
              <a:rPr lang="en-GB" smtClean="0"/>
              <a:t>27</a:t>
            </a:fld>
            <a:endParaRPr lang="en-GB" dirty="0"/>
          </a:p>
        </p:txBody>
      </p:sp>
    </p:spTree>
    <p:extLst>
      <p:ext uri="{BB962C8B-B14F-4D97-AF65-F5344CB8AC3E}">
        <p14:creationId xmlns:p14="http://schemas.microsoft.com/office/powerpoint/2010/main" val="27610493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8531-4D47-FF0C-DD44-FACC9404E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A883C-020D-9D89-E5DC-0F66172D3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85F20-6655-F436-A1D7-BAE94DA5660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9D6C434-8CC9-D61A-A101-9B757B9B5F8B}"/>
              </a:ext>
            </a:extLst>
          </p:cNvPr>
          <p:cNvSpPr>
            <a:spLocks noGrp="1"/>
          </p:cNvSpPr>
          <p:nvPr>
            <p:ph type="sldNum" sz="quarter" idx="5"/>
          </p:nvPr>
        </p:nvSpPr>
        <p:spPr/>
        <p:txBody>
          <a:bodyPr rtlCol="0"/>
          <a:lstStyle/>
          <a:p>
            <a:pPr rtl="0"/>
            <a:fld id="{68B68C18-1BF1-F447-95ED-60EAAE35426E}" type="slidenum">
              <a:rPr lang="en-GB" smtClean="0"/>
              <a:t>28</a:t>
            </a:fld>
            <a:endParaRPr lang="en-GB" dirty="0"/>
          </a:p>
        </p:txBody>
      </p:sp>
    </p:spTree>
    <p:extLst>
      <p:ext uri="{BB962C8B-B14F-4D97-AF65-F5344CB8AC3E}">
        <p14:creationId xmlns:p14="http://schemas.microsoft.com/office/powerpoint/2010/main" val="339306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920DC-BF1D-9326-C2AA-56AD65220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6E389-B0E9-5FA8-58A9-6A35ADD3A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64CB3-93E7-6D3A-A104-5EC37EE1D281}"/>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E63FF2B2-14FC-4D66-96AD-4851F0E8F3FB}"/>
              </a:ext>
            </a:extLst>
          </p:cNvPr>
          <p:cNvSpPr>
            <a:spLocks noGrp="1"/>
          </p:cNvSpPr>
          <p:nvPr>
            <p:ph type="sldNum" sz="quarter" idx="5"/>
          </p:nvPr>
        </p:nvSpPr>
        <p:spPr/>
        <p:txBody>
          <a:bodyPr rtlCol="0"/>
          <a:lstStyle/>
          <a:p>
            <a:pPr rtl="0"/>
            <a:fld id="{68B68C18-1BF1-F447-95ED-60EAAE35426E}" type="slidenum">
              <a:rPr lang="en-GB" smtClean="0"/>
              <a:t>29</a:t>
            </a:fld>
            <a:endParaRPr lang="en-GB" dirty="0"/>
          </a:p>
        </p:txBody>
      </p:sp>
    </p:spTree>
    <p:extLst>
      <p:ext uri="{BB962C8B-B14F-4D97-AF65-F5344CB8AC3E}">
        <p14:creationId xmlns:p14="http://schemas.microsoft.com/office/powerpoint/2010/main" val="2601297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CDF7-92A0-D5D5-C5C2-253721129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AD7DD-E3C2-CB0D-6063-D9D0F1D80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EA48A-9E4F-BBAA-6863-F034BA093358}"/>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D0BB99B7-CE8F-DE29-F251-0C3B12B7569D}"/>
              </a:ext>
            </a:extLst>
          </p:cNvPr>
          <p:cNvSpPr>
            <a:spLocks noGrp="1"/>
          </p:cNvSpPr>
          <p:nvPr>
            <p:ph type="sldNum" sz="quarter" idx="5"/>
          </p:nvPr>
        </p:nvSpPr>
        <p:spPr/>
        <p:txBody>
          <a:bodyPr rtlCol="0"/>
          <a:lstStyle/>
          <a:p>
            <a:pPr rtl="0"/>
            <a:fld id="{68B68C18-1BF1-F447-95ED-60EAAE35426E}" type="slidenum">
              <a:rPr lang="en-GB" smtClean="0"/>
              <a:t>30</a:t>
            </a:fld>
            <a:endParaRPr lang="en-GB" dirty="0"/>
          </a:p>
        </p:txBody>
      </p:sp>
    </p:spTree>
    <p:extLst>
      <p:ext uri="{BB962C8B-B14F-4D97-AF65-F5344CB8AC3E}">
        <p14:creationId xmlns:p14="http://schemas.microsoft.com/office/powerpoint/2010/main" val="3759176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14275-4A5C-287A-305C-D05983FDF0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46E72-BD52-5D64-24F2-02FA0838E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ED6C5-1BB2-13B4-8B69-D9764C0D841A}"/>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FCCB764-D215-2AD5-6D8D-797127AF987B}"/>
              </a:ext>
            </a:extLst>
          </p:cNvPr>
          <p:cNvSpPr>
            <a:spLocks noGrp="1"/>
          </p:cNvSpPr>
          <p:nvPr>
            <p:ph type="sldNum" sz="quarter" idx="5"/>
          </p:nvPr>
        </p:nvSpPr>
        <p:spPr/>
        <p:txBody>
          <a:bodyPr rtlCol="0"/>
          <a:lstStyle/>
          <a:p>
            <a:pPr rtl="0"/>
            <a:fld id="{68B68C18-1BF1-F447-95ED-60EAAE35426E}" type="slidenum">
              <a:rPr lang="en-GB" smtClean="0"/>
              <a:t>31</a:t>
            </a:fld>
            <a:endParaRPr lang="en-GB" dirty="0"/>
          </a:p>
        </p:txBody>
      </p:sp>
    </p:spTree>
    <p:extLst>
      <p:ext uri="{BB962C8B-B14F-4D97-AF65-F5344CB8AC3E}">
        <p14:creationId xmlns:p14="http://schemas.microsoft.com/office/powerpoint/2010/main" val="339908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1020A-34C6-4BCE-BE28-65A6DFA4E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89E72-08CE-B0BB-CE10-95B538B8E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3BAA91-7F7F-198E-AEAB-6AAEBB871CFF}"/>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04C86DEA-7901-8EDD-EEF3-49DB7005D91F}"/>
              </a:ext>
            </a:extLst>
          </p:cNvPr>
          <p:cNvSpPr>
            <a:spLocks noGrp="1"/>
          </p:cNvSpPr>
          <p:nvPr>
            <p:ph type="sldNum" sz="quarter" idx="5"/>
          </p:nvPr>
        </p:nvSpPr>
        <p:spPr/>
        <p:txBody>
          <a:bodyPr rtlCol="0"/>
          <a:lstStyle/>
          <a:p>
            <a:pPr rtl="0"/>
            <a:fld id="{68B68C18-1BF1-F447-95ED-60EAAE35426E}" type="slidenum">
              <a:rPr lang="en-GB" smtClean="0"/>
              <a:t>32</a:t>
            </a:fld>
            <a:endParaRPr lang="en-GB" dirty="0"/>
          </a:p>
        </p:txBody>
      </p:sp>
    </p:spTree>
    <p:extLst>
      <p:ext uri="{BB962C8B-B14F-4D97-AF65-F5344CB8AC3E}">
        <p14:creationId xmlns:p14="http://schemas.microsoft.com/office/powerpoint/2010/main" val="28553725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D6915-6AAE-9453-BAA3-D6BA6B25F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98A4E-01EA-8318-F207-3429A5059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D9CB3-EAA6-FA93-2299-292DC692FC90}"/>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536C9E75-77FB-AE01-4199-CC8F7DA14BE8}"/>
              </a:ext>
            </a:extLst>
          </p:cNvPr>
          <p:cNvSpPr>
            <a:spLocks noGrp="1"/>
          </p:cNvSpPr>
          <p:nvPr>
            <p:ph type="sldNum" sz="quarter" idx="5"/>
          </p:nvPr>
        </p:nvSpPr>
        <p:spPr/>
        <p:txBody>
          <a:bodyPr rtlCol="0"/>
          <a:lstStyle/>
          <a:p>
            <a:pPr rtl="0"/>
            <a:fld id="{68B68C18-1BF1-F447-95ED-60EAAE35426E}" type="slidenum">
              <a:rPr lang="en-GB" smtClean="0"/>
              <a:t>33</a:t>
            </a:fld>
            <a:endParaRPr lang="en-GB" dirty="0"/>
          </a:p>
        </p:txBody>
      </p:sp>
    </p:spTree>
    <p:extLst>
      <p:ext uri="{BB962C8B-B14F-4D97-AF65-F5344CB8AC3E}">
        <p14:creationId xmlns:p14="http://schemas.microsoft.com/office/powerpoint/2010/main" val="30440138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1D5F2-AB84-8192-49F3-6807B2473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E7491-759D-A791-3DD4-DCD228394C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D1E273-6F12-5213-0DF5-31E163C7F037}"/>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C0474DFA-0426-D1A0-A790-1AB53AB51950}"/>
              </a:ext>
            </a:extLst>
          </p:cNvPr>
          <p:cNvSpPr>
            <a:spLocks noGrp="1"/>
          </p:cNvSpPr>
          <p:nvPr>
            <p:ph type="sldNum" sz="quarter" idx="5"/>
          </p:nvPr>
        </p:nvSpPr>
        <p:spPr/>
        <p:txBody>
          <a:bodyPr rtlCol="0"/>
          <a:lstStyle/>
          <a:p>
            <a:pPr rtl="0"/>
            <a:fld id="{68B68C18-1BF1-F447-95ED-60EAAE35426E}" type="slidenum">
              <a:rPr lang="en-GB" smtClean="0"/>
              <a:t>34</a:t>
            </a:fld>
            <a:endParaRPr lang="en-GB" dirty="0"/>
          </a:p>
        </p:txBody>
      </p:sp>
    </p:spTree>
    <p:extLst>
      <p:ext uri="{BB962C8B-B14F-4D97-AF65-F5344CB8AC3E}">
        <p14:creationId xmlns:p14="http://schemas.microsoft.com/office/powerpoint/2010/main" val="3640675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rtlCol="0" anchor="ctr"/>
          <a:lstStyle>
            <a:lvl1pPr marL="0" indent="0" algn="ctr">
              <a:buNone/>
              <a:defRPr i="1"/>
            </a:lvl1pPr>
          </a:lstStyle>
          <a:p>
            <a:pPr rtl="0"/>
            <a:r>
              <a:rPr lang="en-GB" noProof="0" dirty="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10" name="Text Placeholder 19">
            <a:extLst>
              <a:ext uri="{FF2B5EF4-FFF2-40B4-BE49-F238E27FC236}">
                <a16:creationId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sp>
        <p:nvSpPr>
          <p:cNvPr id="3" name="Content Placeholder 2"/>
          <p:cNvSpPr>
            <a:spLocks noGrp="1"/>
          </p:cNvSpPr>
          <p:nvPr>
            <p:ph idx="1" hasCustomPrompt="1"/>
          </p:nvPr>
        </p:nvSpPr>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Date Placeholder 3"/>
          <p:cNvSpPr>
            <a:spLocks noGrp="1"/>
          </p:cNvSpPr>
          <p:nvPr>
            <p:ph type="dt" sz="half" idx="10"/>
          </p:nvPr>
        </p:nvSpPr>
        <p:spPr/>
        <p:txBody>
          <a:bodyPr rtlCol="0"/>
          <a:lstStyle/>
          <a:p>
            <a:pPr rtl="0"/>
            <a:fld id="{E076178D-3F32-40F0-BDF4-CDEBDAACF6DF}"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11" name="Title 1">
            <a:extLst>
              <a:ext uri="{FF2B5EF4-FFF2-40B4-BE49-F238E27FC236}">
                <a16:creationId xmlns:a16="http://schemas.microsoft.com/office/drawing/2014/main" id="{3837580B-9009-4524-B820-7ACB27BCBEB4}"/>
              </a:ext>
            </a:extLst>
          </p:cNvPr>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cxnSp>
        <p:nvCxnSpPr>
          <p:cNvPr id="12" name="Straight Connector 11" title="Horizontal Rule Line">
            <a:extLst>
              <a:ext uri="{FF2B5EF4-FFF2-40B4-BE49-F238E27FC236}">
                <a16:creationId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p>
            <a:pPr rtl="0"/>
            <a:fld id="{77402A71-B2DA-4640-AFBC-A08F749C812D}"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8">
            <a:extLst>
              <a:ext uri="{FF2B5EF4-FFF2-40B4-BE49-F238E27FC236}">
                <a16:creationId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10">
            <a:extLst>
              <a:ext uri="{FF2B5EF4-FFF2-40B4-BE49-F238E27FC236}">
                <a16:creationId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6">
            <a:extLst>
              <a:ext uri="{FF2B5EF4-FFF2-40B4-BE49-F238E27FC236}">
                <a16:creationId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15">
            <a:extLst>
              <a:ext uri="{FF2B5EF4-FFF2-40B4-BE49-F238E27FC236}">
                <a16:creationId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8">
            <a:extLst>
              <a:ext uri="{FF2B5EF4-FFF2-40B4-BE49-F238E27FC236}">
                <a16:creationId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Picture Placeholder 22">
            <a:extLst>
              <a:ext uri="{FF2B5EF4-FFF2-40B4-BE49-F238E27FC236}">
                <a16:creationId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7" name="Picture Placeholder 24">
            <a:extLst>
              <a:ext uri="{FF2B5EF4-FFF2-40B4-BE49-F238E27FC236}">
                <a16:creationId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8" name="Picture Placeholder 26">
            <a:extLst>
              <a:ext uri="{FF2B5EF4-FFF2-40B4-BE49-F238E27FC236}">
                <a16:creationId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9" name="Picture Placeholder 30">
            <a:extLst>
              <a:ext uri="{FF2B5EF4-FFF2-40B4-BE49-F238E27FC236}">
                <a16:creationId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0" name="Picture Placeholder 32">
            <a:extLst>
              <a:ext uri="{FF2B5EF4-FFF2-40B4-BE49-F238E27FC236}">
                <a16:creationId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4">
            <a:extLst>
              <a:ext uri="{FF2B5EF4-FFF2-40B4-BE49-F238E27FC236}">
                <a16:creationId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p>
            <a:pPr rtl="0"/>
            <a:r>
              <a:rPr lang="en-US" noProof="0"/>
              <a:t>Click to edit Master title style</a:t>
            </a:r>
            <a:endParaRPr lang="en-GB"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4" name="Date Placeholder 3"/>
          <p:cNvSpPr>
            <a:spLocks noGrp="1"/>
          </p:cNvSpPr>
          <p:nvPr>
            <p:ph type="dt" sz="half" idx="10"/>
          </p:nvPr>
        </p:nvSpPr>
        <p:spPr/>
        <p:txBody>
          <a:bodyPr rtlCol="0"/>
          <a:lstStyle/>
          <a:p>
            <a:pPr rtl="0"/>
            <a:fld id="{03735262-5D60-41D9-A9B6-FF5E468F41DF}"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9" name="Text Placeholder 8">
            <a:extLst>
              <a:ext uri="{FF2B5EF4-FFF2-40B4-BE49-F238E27FC236}">
                <a16:creationId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1" name="Text Placeholder 10">
            <a:extLst>
              <a:ext uri="{FF2B5EF4-FFF2-40B4-BE49-F238E27FC236}">
                <a16:creationId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rtlCol="0">
            <a:noAutofit/>
          </a:bodyPr>
          <a:lstStyle>
            <a:lvl1pPr marL="0" indent="0" algn="ctr">
              <a:buNone/>
              <a:defRPr sz="1600"/>
            </a:lvl1pPr>
          </a:lstStyle>
          <a:p>
            <a:pPr lvl="0" rtl="0"/>
            <a:r>
              <a:rPr lang="en-GB" noProof="0"/>
              <a:t>Event Description</a:t>
            </a:r>
          </a:p>
        </p:txBody>
      </p:sp>
      <p:sp>
        <p:nvSpPr>
          <p:cNvPr id="13" name="Text Placeholder 12">
            <a:extLst>
              <a:ext uri="{FF2B5EF4-FFF2-40B4-BE49-F238E27FC236}">
                <a16:creationId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rtlCol="0" anchor="ctr">
            <a:noAutofit/>
          </a:bodyPr>
          <a:lstStyle>
            <a:lvl1pPr marL="0" indent="0" algn="ctr">
              <a:lnSpc>
                <a:spcPct val="100000"/>
              </a:lnSpc>
              <a:buNone/>
              <a:defRPr sz="2000" i="1">
                <a:solidFill>
                  <a:schemeClr val="bg1"/>
                </a:solidFill>
                <a:latin typeface="+mj-lt"/>
              </a:defRPr>
            </a:lvl1pPr>
          </a:lstStyle>
          <a:p>
            <a:pPr lvl="0" rtl="0"/>
            <a:r>
              <a:rPr lang="en-GB" noProof="0"/>
              <a:t>1</a:t>
            </a:r>
          </a:p>
        </p:txBody>
      </p:sp>
      <p:sp>
        <p:nvSpPr>
          <p:cNvPr id="15" name="Text Placeholder 14">
            <a:extLst>
              <a:ext uri="{FF2B5EF4-FFF2-40B4-BE49-F238E27FC236}">
                <a16:creationId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2</a:t>
            </a:r>
          </a:p>
        </p:txBody>
      </p:sp>
      <p:sp>
        <p:nvSpPr>
          <p:cNvPr id="17" name="Text Placeholder 16">
            <a:extLst>
              <a:ext uri="{FF2B5EF4-FFF2-40B4-BE49-F238E27FC236}">
                <a16:creationId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rtlCol="0" anchor="ctr"/>
          <a:lstStyle>
            <a:lvl1pPr marL="0" indent="0" algn="ctr">
              <a:buNone/>
              <a:defRPr i="1">
                <a:solidFill>
                  <a:schemeClr val="bg1"/>
                </a:solidFill>
                <a:latin typeface="+mj-lt"/>
              </a:defRPr>
            </a:lvl1pPr>
          </a:lstStyle>
          <a:p>
            <a:pPr lvl="0" rtl="0"/>
            <a:r>
              <a:rPr lang="en-GB" noProof="0"/>
              <a:t>3</a:t>
            </a:r>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ED3A9150-039F-4FB9-B8A2-F8F4040C0201}"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72DDA0E7-BF30-41B3-BA7F-0CB648457625}"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1" name="Text Placeholder 8">
            <a:extLst>
              <a:ext uri="{FF2B5EF4-FFF2-40B4-BE49-F238E27FC236}">
                <a16:creationId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2" name="Text Placeholder 10">
            <a:extLst>
              <a:ext uri="{FF2B5EF4-FFF2-40B4-BE49-F238E27FC236}">
                <a16:creationId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7" name="Text Placeholder 6">
            <a:extLst>
              <a:ext uri="{FF2B5EF4-FFF2-40B4-BE49-F238E27FC236}">
                <a16:creationId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rtlCol="0"/>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6" name="Text Placeholder 15">
            <a:extLst>
              <a:ext uri="{FF2B5EF4-FFF2-40B4-BE49-F238E27FC236}">
                <a16:creationId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19" name="Text Placeholder 18">
            <a:extLst>
              <a:ext uri="{FF2B5EF4-FFF2-40B4-BE49-F238E27FC236}">
                <a16:creationId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rtlCol="0">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Picture Placeholder 22">
            <a:extLst>
              <a:ext uri="{FF2B5EF4-FFF2-40B4-BE49-F238E27FC236}">
                <a16:creationId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5" name="Picture Placeholder 24">
            <a:extLst>
              <a:ext uri="{FF2B5EF4-FFF2-40B4-BE49-F238E27FC236}">
                <a16:creationId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7" name="Picture Placeholder 26">
            <a:extLst>
              <a:ext uri="{FF2B5EF4-FFF2-40B4-BE49-F238E27FC236}">
                <a16:creationId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0">
            <a:extLst>
              <a:ext uri="{FF2B5EF4-FFF2-40B4-BE49-F238E27FC236}">
                <a16:creationId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3" name="Picture Placeholder 32">
            <a:extLst>
              <a:ext uri="{FF2B5EF4-FFF2-40B4-BE49-F238E27FC236}">
                <a16:creationId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5" name="Picture Placeholder 34">
            <a:extLst>
              <a:ext uri="{FF2B5EF4-FFF2-40B4-BE49-F238E27FC236}">
                <a16:creationId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hasCustomPrompt="1"/>
          </p:nvPr>
        </p:nvSpPr>
        <p:spPr>
          <a:xfrm>
            <a:off x="762000" y="2831932"/>
            <a:ext cx="3833906" cy="1562638"/>
          </a:xfrm>
        </p:spPr>
        <p:txBody>
          <a:bodyPr rtlCol="0" anchor="b"/>
          <a:lstStyle>
            <a:lvl1pPr>
              <a:defRPr/>
            </a:lvl1pPr>
          </a:lstStyle>
          <a:p>
            <a:pPr rtl="0"/>
            <a:r>
              <a:rPr lang="en-GB" noProof="0"/>
              <a:t>Click to edit your title</a:t>
            </a:r>
          </a:p>
        </p:txBody>
      </p:sp>
      <p:sp>
        <p:nvSpPr>
          <p:cNvPr id="4" name="Date Placeholder 3"/>
          <p:cNvSpPr>
            <a:spLocks noGrp="1"/>
          </p:cNvSpPr>
          <p:nvPr>
            <p:ph type="dt" sz="half" idx="10"/>
          </p:nvPr>
        </p:nvSpPr>
        <p:spPr/>
        <p:txBody>
          <a:bodyPr rtlCol="0"/>
          <a:lstStyle/>
          <a:p>
            <a:pPr rtl="0"/>
            <a:fld id="{80F5BBF8-60EF-4A58-8AA1-0E5D107F711D}"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rtlCol="0"/>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rtlCol="0" anchor="ctr"/>
          <a:lstStyle>
            <a:lvl1pPr marL="0" indent="0" algn="ctr">
              <a:buNone/>
              <a:defRPr i="1"/>
            </a:lvl1pPr>
          </a:lstStyle>
          <a:p>
            <a:pPr rtl="0"/>
            <a:r>
              <a:rPr lang="en-GB" noProof="0" dirty="0"/>
              <a:t>Insert Portrait Photo</a:t>
            </a:r>
          </a:p>
        </p:txBody>
      </p:sp>
      <p:sp>
        <p:nvSpPr>
          <p:cNvPr id="19" name="Content Placeholder 2">
            <a:extLst>
              <a:ext uri="{FF2B5EF4-FFF2-40B4-BE49-F238E27FC236}">
                <a16:creationId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2" name="Text Placeholder 8">
            <a:extLst>
              <a:ext uri="{FF2B5EF4-FFF2-40B4-BE49-F238E27FC236}">
                <a16:creationId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3" name="Text Placeholder 10">
            <a:extLst>
              <a:ext uri="{FF2B5EF4-FFF2-40B4-BE49-F238E27FC236}">
                <a16:creationId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4" name="Text Placeholder 6">
            <a:extLst>
              <a:ext uri="{FF2B5EF4-FFF2-40B4-BE49-F238E27FC236}">
                <a16:creationId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rtlCol="0" anchor="ct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5" name="Text Placeholder 15">
            <a:extLst>
              <a:ext uri="{FF2B5EF4-FFF2-40B4-BE49-F238E27FC236}">
                <a16:creationId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6" name="Text Placeholder 18">
            <a:extLst>
              <a:ext uri="{FF2B5EF4-FFF2-40B4-BE49-F238E27FC236}">
                <a16:creationId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rtlCol="0" anchor="ctr">
            <a:normAutofit/>
          </a:bodyPr>
          <a:lstStyle>
            <a:lvl1pPr marL="0" indent="0" algn="ctr">
              <a:buNone/>
              <a:defRPr sz="1600">
                <a:solidFill>
                  <a:schemeClr val="tx1">
                    <a:lumMod val="85000"/>
                    <a:lumOff val="15000"/>
                  </a:schemeClr>
                </a:solidFill>
              </a:defRPr>
            </a:lvl1pPr>
          </a:lstStyle>
          <a:p>
            <a:pPr lvl="0" rtl="0"/>
            <a:r>
              <a:rPr lang="en-GB" noProof="0"/>
              <a:t>Item Description</a:t>
            </a:r>
          </a:p>
        </p:txBody>
      </p:sp>
      <p:sp>
        <p:nvSpPr>
          <p:cNvPr id="27" name="Picture Placeholder 22">
            <a:extLst>
              <a:ext uri="{FF2B5EF4-FFF2-40B4-BE49-F238E27FC236}">
                <a16:creationId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8" name="Picture Placeholder 24">
            <a:extLst>
              <a:ext uri="{FF2B5EF4-FFF2-40B4-BE49-F238E27FC236}">
                <a16:creationId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29" name="Picture Placeholder 26">
            <a:extLst>
              <a:ext uri="{FF2B5EF4-FFF2-40B4-BE49-F238E27FC236}">
                <a16:creationId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0" name="Picture Placeholder 30">
            <a:extLst>
              <a:ext uri="{FF2B5EF4-FFF2-40B4-BE49-F238E27FC236}">
                <a16:creationId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1" name="Picture Placeholder 32">
            <a:extLst>
              <a:ext uri="{FF2B5EF4-FFF2-40B4-BE49-F238E27FC236}">
                <a16:creationId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
        <p:nvSpPr>
          <p:cNvPr id="32" name="Picture Placeholder 34">
            <a:extLst>
              <a:ext uri="{FF2B5EF4-FFF2-40B4-BE49-F238E27FC236}">
                <a16:creationId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rtlCol="0" anchor="ctr">
            <a:normAutofit/>
          </a:bodyPr>
          <a:lstStyle>
            <a:lvl1pPr marL="0" indent="0" algn="ctr">
              <a:buNone/>
              <a:defRPr sz="1200" i="1">
                <a:solidFill>
                  <a:schemeClr val="tx1">
                    <a:lumMod val="85000"/>
                    <a:lumOff val="15000"/>
                  </a:schemeClr>
                </a:solidFill>
              </a:defRPr>
            </a:lvl1pPr>
          </a:lstStyle>
          <a:p>
            <a:pPr rtl="0"/>
            <a:r>
              <a:rPr lang="en-GB" noProof="0" dirty="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rtlCol="0" anchor="ctr">
            <a:normAutofit/>
          </a:bodyPr>
          <a:lstStyle>
            <a:lvl1pPr algn="l">
              <a:lnSpc>
                <a:spcPct val="85000"/>
              </a:lnSpc>
              <a:defRPr sz="6000" cap="none" baseline="0">
                <a:solidFill>
                  <a:schemeClr val="tx2"/>
                </a:solidFill>
              </a:defRPr>
            </a:lvl1pPr>
          </a:lstStyle>
          <a:p>
            <a:pPr rtl="0"/>
            <a:r>
              <a:rPr lang="en-US" noProof="0"/>
              <a:t>Click to edit Master title style</a:t>
            </a:r>
            <a:endParaRPr lang="en-GB" noProof="0"/>
          </a:p>
        </p:txBody>
      </p:sp>
      <p:sp>
        <p:nvSpPr>
          <p:cNvPr id="3" name="Subtitle 2"/>
          <p:cNvSpPr>
            <a:spLocks noGrp="1"/>
          </p:cNvSpPr>
          <p:nvPr>
            <p:ph type="subTitle" idx="1"/>
          </p:nvPr>
        </p:nvSpPr>
        <p:spPr>
          <a:xfrm>
            <a:off x="667666" y="4151085"/>
            <a:ext cx="4633806" cy="1591181"/>
          </a:xfrm>
        </p:spPr>
        <p:txBody>
          <a:bodyPr rtlCol="0"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rtlCol="0" anchor="t">
            <a:normAutofit/>
          </a:bodyPr>
          <a:lstStyle>
            <a:lvl1pPr>
              <a:lnSpc>
                <a:spcPct val="85000"/>
              </a:lnSpc>
              <a:defRPr sz="7700" cap="none" baseline="0">
                <a:solidFill>
                  <a:schemeClr val="tx1">
                    <a:lumMod val="85000"/>
                    <a:lumOff val="15000"/>
                  </a:schemeClr>
                </a:solidFill>
              </a:defRPr>
            </a:lvl1pPr>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1947673" y="1393748"/>
            <a:ext cx="8401429" cy="819150"/>
          </a:xfrm>
        </p:spPr>
        <p:txBody>
          <a:bodyPr rtlCol="0"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Edit Master text styles</a:t>
            </a:r>
          </a:p>
        </p:txBody>
      </p:sp>
      <p:sp>
        <p:nvSpPr>
          <p:cNvPr id="4" name="Date Placeholder 3"/>
          <p:cNvSpPr>
            <a:spLocks noGrp="1"/>
          </p:cNvSpPr>
          <p:nvPr>
            <p:ph type="dt" sz="half" idx="10"/>
          </p:nvPr>
        </p:nvSpPr>
        <p:spPr>
          <a:xfrm>
            <a:off x="8742955" y="6314439"/>
            <a:ext cx="1596622" cy="365125"/>
          </a:xfrm>
        </p:spPr>
        <p:txBody>
          <a:bodyPr rtlCol="0"/>
          <a:lstStyle>
            <a:lvl1pPr>
              <a:defRPr sz="1200">
                <a:solidFill>
                  <a:schemeClr val="tx1">
                    <a:lumMod val="85000"/>
                    <a:lumOff val="15000"/>
                  </a:schemeClr>
                </a:solidFill>
              </a:defRPr>
            </a:lvl1pPr>
          </a:lstStyle>
          <a:p>
            <a:pPr rtl="0"/>
            <a:fld id="{1C896760-A52A-4B0A-9FCE-F159B68F95D1}" type="datetime1">
              <a:rPr lang="en-GB" noProof="0" smtClean="0"/>
              <a:t>12/04/2026</a:t>
            </a:fld>
            <a:endParaRPr lang="en-GB" noProof="0" dirty="0"/>
          </a:p>
        </p:txBody>
      </p:sp>
      <p:sp>
        <p:nvSpPr>
          <p:cNvPr id="5" name="Footer Placeholder 4"/>
          <p:cNvSpPr>
            <a:spLocks noGrp="1"/>
          </p:cNvSpPr>
          <p:nvPr>
            <p:ph type="ftr" sz="quarter" idx="11"/>
          </p:nvPr>
        </p:nvSpPr>
        <p:spPr>
          <a:xfrm>
            <a:off x="1947673" y="6314440"/>
            <a:ext cx="6480226" cy="365125"/>
          </a:xfrm>
        </p:spPr>
        <p:txBody>
          <a:bodyPr rtlCol="0"/>
          <a:lstStyle>
            <a:lvl1pPr>
              <a:defRPr b="0">
                <a:solidFill>
                  <a:schemeClr val="tx1">
                    <a:lumMod val="85000"/>
                    <a:lumOff val="15000"/>
                  </a:schemeClr>
                </a:solidFill>
              </a:defRPr>
            </a:lvl1pPr>
          </a:lstStyle>
          <a:p>
            <a:pPr rtl="0"/>
            <a:endParaRPr lang="en-GB" noProof="0" dirty="0"/>
          </a:p>
        </p:txBody>
      </p:sp>
      <p:sp>
        <p:nvSpPr>
          <p:cNvPr id="6" name="Slide Number Placeholder 5"/>
          <p:cNvSpPr>
            <a:spLocks noGrp="1"/>
          </p:cNvSpPr>
          <p:nvPr>
            <p:ph type="sldNum" sz="quarter" idx="12"/>
          </p:nvPr>
        </p:nvSpPr>
        <p:spPr>
          <a:xfrm>
            <a:off x="11784011" y="1620760"/>
            <a:ext cx="407988" cy="365125"/>
          </a:xfrm>
        </p:spPr>
        <p:txBody>
          <a:bodyPr rtlCol="0"/>
          <a:lstStyle>
            <a:lvl1pPr>
              <a:defRPr>
                <a:solidFill>
                  <a:schemeClr val="bg2"/>
                </a:solidFill>
              </a:defRPr>
            </a:lvl1pPr>
          </a:lstStyle>
          <a:p>
            <a:pPr rtl="0"/>
            <a:fld id="{13D2E340-0663-474B-992C-9192B5C45E57}" type="slidenum">
              <a:rPr lang="en-GB" noProof="0" smtClean="0"/>
              <a:t>‹#›</a:t>
            </a:fld>
            <a:endParaRPr lang="en-GB" noProof="0" dirty="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DAB8D192-CAF1-4A2C-85C9-1EDA35A31CD8}"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FBC751F3-ABD6-4995-8494-4932D12ACE1B}"/>
              </a:ext>
            </a:extLst>
          </p:cNvPr>
          <p:cNvSpPr>
            <a:spLocks noGrp="1"/>
          </p:cNvSpPr>
          <p:nvPr>
            <p:ph sz="quarter" idx="19" hasCustomPrompt="1"/>
          </p:nvPr>
        </p:nvSpPr>
        <p:spPr>
          <a:xfrm>
            <a:off x="5326063" y="559678"/>
            <a:ext cx="6103937" cy="519183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8"/>
            <a:ext cx="3833906" cy="2221622"/>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114259A3-C037-4D15-8CC5-E62C0AAC312D}"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
        <p:nvSpPr>
          <p:cNvPr id="20" name="Text Placeholder 19">
            <a:extLst>
              <a:ext uri="{FF2B5EF4-FFF2-40B4-BE49-F238E27FC236}">
                <a16:creationId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rtlCol="0"/>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rtl="0"/>
            <a:r>
              <a:rPr lang="en-GB" noProof="0"/>
              <a:t>Place your subtitle here</a:t>
            </a:r>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1466EC8C-C8BE-4149-A684-18CFF4574C18}"/>
              </a:ext>
            </a:extLst>
          </p:cNvPr>
          <p:cNvSpPr>
            <a:spLocks noGrp="1"/>
          </p:cNvSpPr>
          <p:nvPr>
            <p:ph type="pic" sz="quarter" idx="19"/>
          </p:nvPr>
        </p:nvSpPr>
        <p:spPr>
          <a:xfrm>
            <a:off x="5297488" y="559678"/>
            <a:ext cx="6132512" cy="5191835"/>
          </a:xfrm>
        </p:spPr>
        <p:txBody>
          <a:bodyPr rtlCol="0" anchor="ctr"/>
          <a:lstStyle>
            <a:lvl1pPr marL="0" indent="0" algn="ctr">
              <a:buNone/>
              <a:defRPr/>
            </a:lvl1pPr>
          </a:lstStyle>
          <a:p>
            <a:pPr rtl="0"/>
            <a:r>
              <a:rPr lang="en-US" noProof="0" dirty="0"/>
              <a:t>Click icon to add picture</a:t>
            </a:r>
            <a:endParaRPr lang="en-GB" noProof="0" dirty="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 name="Title 1"/>
          <p:cNvSpPr>
            <a:spLocks noGrp="1"/>
          </p:cNvSpPr>
          <p:nvPr>
            <p:ph type="title"/>
          </p:nvPr>
        </p:nvSpPr>
        <p:spPr>
          <a:xfrm>
            <a:off x="762000" y="559677"/>
            <a:ext cx="3833906" cy="5274923"/>
          </a:xfrm>
        </p:spPr>
        <p:txBody>
          <a:bodyPr rtlCol="0" anchor="b"/>
          <a:lstStyle>
            <a:lvl1pPr>
              <a:defRPr>
                <a:solidFill>
                  <a:schemeClr val="bg1"/>
                </a:solidFill>
              </a:defRPr>
            </a:lvl1pPr>
          </a:lstStyle>
          <a:p>
            <a:pPr rtl="0"/>
            <a:r>
              <a:rPr lang="en-US" noProof="0"/>
              <a:t>Click to edit Master title style</a:t>
            </a:r>
            <a:endParaRPr lang="en-GB" noProof="0"/>
          </a:p>
        </p:txBody>
      </p:sp>
      <p:sp>
        <p:nvSpPr>
          <p:cNvPr id="4" name="Date Placeholder 3"/>
          <p:cNvSpPr>
            <a:spLocks noGrp="1"/>
          </p:cNvSpPr>
          <p:nvPr>
            <p:ph type="dt" sz="half" idx="10"/>
          </p:nvPr>
        </p:nvSpPr>
        <p:spPr/>
        <p:txBody>
          <a:bodyPr rtlCol="0"/>
          <a:lstStyle>
            <a:lvl1pPr>
              <a:defRPr>
                <a:solidFill>
                  <a:schemeClr val="bg1"/>
                </a:solidFill>
              </a:defRPr>
            </a:lvl1pPr>
          </a:lstStyle>
          <a:p>
            <a:pPr rtl="0"/>
            <a:fld id="{3591F197-EE82-41CF-B217-E65F4EC035C7}" type="datetime1">
              <a:rPr lang="en-GB" noProof="0" smtClean="0"/>
              <a:t>12/04/2026</a:t>
            </a:fld>
            <a:endParaRPr lang="en-GB" noProof="0" dirty="0"/>
          </a:p>
        </p:txBody>
      </p:sp>
      <p:sp>
        <p:nvSpPr>
          <p:cNvPr id="5" name="Footer Placeholder 4"/>
          <p:cNvSpPr>
            <a:spLocks noGrp="1"/>
          </p:cNvSpPr>
          <p:nvPr>
            <p:ph type="ftr" sz="quarter" idx="11"/>
          </p:nvPr>
        </p:nvSpPr>
        <p:spPr/>
        <p:txBody>
          <a:bodyPr rtlCol="0"/>
          <a:lstStyle>
            <a:lvl1pPr>
              <a:defRPr>
                <a:solidFill>
                  <a:schemeClr val="bg1"/>
                </a:solidFill>
              </a:defRPr>
            </a:lvl1pPr>
          </a:lstStyle>
          <a:p>
            <a:pPr rtl="0"/>
            <a:endParaRPr lang="en-GB" noProof="0" dirty="0"/>
          </a:p>
        </p:txBody>
      </p:sp>
      <p:sp>
        <p:nvSpPr>
          <p:cNvPr id="6" name="Slide Number Placeholder 5"/>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cxnSp>
        <p:nvCxnSpPr>
          <p:cNvPr id="21" name="Straight Connector 20" title="Horizontal Rule Line">
            <a:extLst>
              <a:ext uri="{FF2B5EF4-FFF2-40B4-BE49-F238E27FC236}">
                <a16:creationId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4889D34E-DF9E-41B7-A5EC-B9D63999B3D0}"/>
              </a:ext>
            </a:extLst>
          </p:cNvPr>
          <p:cNvSpPr>
            <a:spLocks noGrp="1"/>
          </p:cNvSpPr>
          <p:nvPr>
            <p:ph idx="1" hasCustomPrompt="1"/>
          </p:nvPr>
        </p:nvSpPr>
        <p:spPr>
          <a:xfrm>
            <a:off x="5181600" y="559678"/>
            <a:ext cx="6172200" cy="5617285"/>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p:cNvSpPr>
            <a:spLocks noGrp="1"/>
          </p:cNvSpPr>
          <p:nvPr>
            <p:ph sz="half" idx="1" hasCustomPrompt="1"/>
          </p:nvPr>
        </p:nvSpPr>
        <p:spPr>
          <a:xfrm>
            <a:off x="5181600" y="540628"/>
            <a:ext cx="6248400" cy="2488946"/>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4" name="Content Placeholder 3"/>
          <p:cNvSpPr>
            <a:spLocks noGrp="1"/>
          </p:cNvSpPr>
          <p:nvPr>
            <p:ph sz="half" idx="2" hasCustomPrompt="1"/>
          </p:nvPr>
        </p:nvSpPr>
        <p:spPr>
          <a:xfrm>
            <a:off x="5181600" y="3712467"/>
            <a:ext cx="6248400" cy="248222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Date Placeholder 4"/>
          <p:cNvSpPr>
            <a:spLocks noGrp="1"/>
          </p:cNvSpPr>
          <p:nvPr>
            <p:ph type="dt" sz="half" idx="10"/>
          </p:nvPr>
        </p:nvSpPr>
        <p:spPr/>
        <p:txBody>
          <a:bodyPr rtlCol="0"/>
          <a:lstStyle/>
          <a:p>
            <a:pPr rtl="0"/>
            <a:fld id="{5529CDE9-2DFB-42D0-9AF7-220768F44449}" type="datetime1">
              <a:rPr lang="en-GB" noProof="0" smtClean="0"/>
              <a:t>12/04/2026</a:t>
            </a:fld>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7" name="Slide Number Placeholder 6"/>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rtlCol="0"/>
          <a:lstStyle/>
          <a:p>
            <a:pPr rtl="0"/>
            <a:r>
              <a:rPr lang="en-US" noProof="0"/>
              <a:t>Click to edit Master title style</a:t>
            </a:r>
            <a:endParaRPr lang="en-GB" noProof="0"/>
          </a:p>
        </p:txBody>
      </p:sp>
      <p:sp>
        <p:nvSpPr>
          <p:cNvPr id="3" name="Text Placeholder 2"/>
          <p:cNvSpPr>
            <a:spLocks noGrp="1"/>
          </p:cNvSpPr>
          <p:nvPr>
            <p:ph type="body" idx="1" hasCustomPrompt="1"/>
          </p:nvPr>
        </p:nvSpPr>
        <p:spPr>
          <a:xfrm>
            <a:off x="5181600" y="558065"/>
            <a:ext cx="6245352" cy="914400"/>
          </a:xfrm>
        </p:spPr>
        <p:txBody>
          <a:bodyPr rtlCol="0"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5" name="Text Placeholder 4"/>
          <p:cNvSpPr>
            <a:spLocks noGrp="1"/>
          </p:cNvSpPr>
          <p:nvPr>
            <p:ph type="body" sz="quarter" idx="3" hasCustomPrompt="1"/>
          </p:nvPr>
        </p:nvSpPr>
        <p:spPr>
          <a:xfrm>
            <a:off x="5181600" y="3700826"/>
            <a:ext cx="6248400" cy="914400"/>
          </a:xfrm>
        </p:spPr>
        <p:txBody>
          <a:bodyPr rtlCol="0"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7" name="Date Placeholder 6"/>
          <p:cNvSpPr>
            <a:spLocks noGrp="1"/>
          </p:cNvSpPr>
          <p:nvPr>
            <p:ph type="dt" sz="half" idx="10"/>
          </p:nvPr>
        </p:nvSpPr>
        <p:spPr/>
        <p:txBody>
          <a:bodyPr rtlCol="0"/>
          <a:lstStyle/>
          <a:p>
            <a:pPr rtl="0"/>
            <a:fld id="{95259DA5-60B7-4DC7-997E-4ADDE1E2373F}" type="datetime1">
              <a:rPr lang="en-GB" noProof="0" smtClean="0"/>
              <a:t>12/04/2026</a:t>
            </a:fld>
            <a:endParaRPr lang="en-GB" noProof="0" dirty="0"/>
          </a:p>
        </p:txBody>
      </p:sp>
      <p:sp>
        <p:nvSpPr>
          <p:cNvPr id="8" name="Footer Placeholder 7"/>
          <p:cNvSpPr>
            <a:spLocks noGrp="1"/>
          </p:cNvSpPr>
          <p:nvPr>
            <p:ph type="ftr" sz="quarter" idx="11"/>
          </p:nvPr>
        </p:nvSpPr>
        <p:spPr/>
        <p:txBody>
          <a:bodyPr rtlCol="0"/>
          <a:lstStyle/>
          <a:p>
            <a:pPr rtl="0"/>
            <a:endParaRPr lang="en-GB" noProof="0" dirty="0"/>
          </a:p>
        </p:txBody>
      </p:sp>
      <p:sp>
        <p:nvSpPr>
          <p:cNvPr id="9" name="Slide Number Placeholder 8"/>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lang="en-GB" noProof="0"/>
          </a:p>
        </p:txBody>
      </p:sp>
      <p:sp>
        <p:nvSpPr>
          <p:cNvPr id="3" name="Date Placeholder 2"/>
          <p:cNvSpPr>
            <a:spLocks noGrp="1"/>
          </p:cNvSpPr>
          <p:nvPr>
            <p:ph type="dt" sz="half" idx="10"/>
          </p:nvPr>
        </p:nvSpPr>
        <p:spPr/>
        <p:txBody>
          <a:bodyPr rtlCol="0"/>
          <a:lstStyle/>
          <a:p>
            <a:pPr rtl="0"/>
            <a:fld id="{7B74DD31-347E-4B54-B7FB-ECCF31FD43E0}" type="datetime1">
              <a:rPr lang="en-GB" noProof="0" smtClean="0"/>
              <a:t>12/04/2026</a:t>
            </a:fld>
            <a:endParaRPr lang="en-GB" noProof="0" dirty="0"/>
          </a:p>
        </p:txBody>
      </p:sp>
      <p:sp>
        <p:nvSpPr>
          <p:cNvPr id="4" name="Footer Placeholder 3"/>
          <p:cNvSpPr>
            <a:spLocks noGrp="1"/>
          </p:cNvSpPr>
          <p:nvPr>
            <p:ph type="ftr" sz="quarter" idx="11"/>
          </p:nvPr>
        </p:nvSpPr>
        <p:spPr/>
        <p:txBody>
          <a:bodyPr rtlCol="0"/>
          <a:lstStyle/>
          <a:p>
            <a:pPr rtl="0"/>
            <a:endParaRPr lang="en-GB" noProof="0" dirty="0"/>
          </a:p>
        </p:txBody>
      </p:sp>
      <p:sp>
        <p:nvSpPr>
          <p:cNvPr id="5" name="Slide Number Placeholder 4"/>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D69DEBE6-9705-4629-B2E2-B813F3EFD0D0}" type="datetime1">
              <a:rPr lang="en-GB" noProof="0" smtClean="0"/>
              <a:t>12/04/2026</a:t>
            </a:fld>
            <a:endParaRPr lang="en-GB" noProof="0" dirty="0"/>
          </a:p>
        </p:txBody>
      </p:sp>
      <p:sp>
        <p:nvSpPr>
          <p:cNvPr id="3" name="Footer Placeholder 2"/>
          <p:cNvSpPr>
            <a:spLocks noGrp="1"/>
          </p:cNvSpPr>
          <p:nvPr>
            <p:ph type="ftr" sz="quarter" idx="11"/>
          </p:nvPr>
        </p:nvSpPr>
        <p:spPr/>
        <p:txBody>
          <a:bodyPr rtlCol="0"/>
          <a:lstStyle/>
          <a:p>
            <a:pPr rtl="0"/>
            <a:endParaRPr lang="en-GB" noProof="0" dirty="0"/>
          </a:p>
        </p:txBody>
      </p:sp>
      <p:sp>
        <p:nvSpPr>
          <p:cNvPr id="4" name="Slide Number Placeholder 3"/>
          <p:cNvSpPr>
            <a:spLocks noGrp="1"/>
          </p:cNvSpPr>
          <p:nvPr>
            <p:ph type="sldNum" sz="quarter" idx="12"/>
          </p:nvPr>
        </p:nvSpPr>
        <p:spPr/>
        <p:txBody>
          <a:bodyPr rtlCol="0"/>
          <a:lstStyle/>
          <a:p>
            <a:pPr rtl="0"/>
            <a:fld id="{13D2E340-0663-474B-992C-9192B5C45E57}" type="slidenum">
              <a:rPr lang="en-GB" noProof="0" smtClean="0"/>
              <a:t>‹#›</a:t>
            </a:fld>
            <a:endParaRPr lang="en-GB" noProof="0" dirty="0"/>
          </a:p>
        </p:txBody>
      </p:sp>
    </p:spTree>
    <p:extLst>
      <p:ext uri="{BB962C8B-B14F-4D97-AF65-F5344CB8AC3E}">
        <p14:creationId xmlns:p14="http://schemas.microsoft.com/office/powerpoint/2010/main" val="82390238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pPr rtl="0"/>
            <a:r>
              <a:rPr lang="en-US" noProof="0"/>
              <a:t>Click to edit Master title style</a:t>
            </a:r>
            <a:endParaRPr lang="en-GB"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pPr rtl="0"/>
            <a:fld id="{F887B716-D79C-4B40-B931-1D91F43C7E50}" type="datetime1">
              <a:rPr lang="en-GB" noProof="0" smtClean="0"/>
              <a:t>12/04/2026</a:t>
            </a:fld>
            <a:endParaRPr lang="en-GB" noProof="0" dirty="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pPr rtl="0"/>
            <a:endParaRPr lang="en-GB" noProof="0" dirty="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pPr rtl="0"/>
            <a:fld id="{13D2E340-0663-474B-992C-9192B5C45E57}" type="slidenum">
              <a:rPr lang="en-GB" noProof="0" smtClean="0"/>
              <a:t>‹#›</a:t>
            </a:fld>
            <a:endParaRPr lang="en-GB" noProof="0" dirty="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anthropedia.org/the-science-of-well-be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79374-8EAE-4873-9BB6-F6C630302DA2}"/>
              </a:ext>
            </a:extLst>
          </p:cNvPr>
          <p:cNvSpPr>
            <a:spLocks noGrp="1"/>
          </p:cNvSpPr>
          <p:nvPr>
            <p:ph type="ctrTitle"/>
          </p:nvPr>
        </p:nvSpPr>
        <p:spPr>
          <a:xfrm>
            <a:off x="5747656" y="1264197"/>
            <a:ext cx="5776678" cy="4268965"/>
          </a:xfrm>
        </p:spPr>
        <p:txBody>
          <a:bodyPr rtlCol="0">
            <a:normAutofit/>
          </a:bodyPr>
          <a:lstStyle/>
          <a:p>
            <a:pPr rtl="0"/>
            <a:r>
              <a:rPr lang="en-GB" sz="4000" dirty="0">
                <a:solidFill>
                  <a:schemeClr val="tx1">
                    <a:lumMod val="85000"/>
                    <a:lumOff val="15000"/>
                  </a:schemeClr>
                </a:solidFill>
              </a:rPr>
              <a:t>HUMA2921</a:t>
            </a:r>
            <a:br>
              <a:rPr lang="en-GB" sz="4000" dirty="0">
                <a:solidFill>
                  <a:schemeClr val="tx1">
                    <a:lumMod val="85000"/>
                    <a:lumOff val="15000"/>
                  </a:schemeClr>
                </a:solidFill>
              </a:rPr>
            </a:br>
            <a:r>
              <a:rPr lang="en-GB" sz="4000" dirty="0">
                <a:solidFill>
                  <a:schemeClr val="tx1">
                    <a:lumMod val="85000"/>
                    <a:lumOff val="15000"/>
                  </a:schemeClr>
                </a:solidFill>
              </a:rPr>
              <a:t>Ethical Theories and Contemporary Issues</a:t>
            </a:r>
            <a:endParaRPr lang="en-GB" sz="5400" dirty="0">
              <a:solidFill>
                <a:schemeClr val="tx1">
                  <a:lumMod val="85000"/>
                  <a:lumOff val="15000"/>
                </a:schemeClr>
              </a:solidFill>
            </a:endParaRPr>
          </a:p>
        </p:txBody>
      </p:sp>
      <p:sp>
        <p:nvSpPr>
          <p:cNvPr id="3" name="Subtitle 2">
            <a:extLst>
              <a:ext uri="{FF2B5EF4-FFF2-40B4-BE49-F238E27FC236}">
                <a16:creationId xmlns:a16="http://schemas.microsoft.com/office/drawing/2014/main" id="{7E42C4E3-AFAF-4630-AF6D-21FB3C29CF71}"/>
              </a:ext>
            </a:extLst>
          </p:cNvPr>
          <p:cNvSpPr>
            <a:spLocks noGrp="1"/>
          </p:cNvSpPr>
          <p:nvPr>
            <p:ph type="subTitle" idx="1"/>
          </p:nvPr>
        </p:nvSpPr>
        <p:spPr>
          <a:xfrm>
            <a:off x="667666" y="3880237"/>
            <a:ext cx="4633806" cy="1862029"/>
          </a:xfrm>
        </p:spPr>
        <p:txBody>
          <a:bodyPr rtlCol="0"/>
          <a:lstStyle/>
          <a:p>
            <a:r>
              <a:rPr lang="en-US" sz="2800" dirty="0">
                <a:solidFill>
                  <a:schemeClr val="tx1">
                    <a:lumMod val="85000"/>
                    <a:lumOff val="15000"/>
                  </a:schemeClr>
                </a:solidFill>
              </a:rPr>
              <a:t>Prof. Plato Tse</a:t>
            </a:r>
          </a:p>
          <a:p>
            <a:r>
              <a:rPr lang="en-US" sz="2800" dirty="0">
                <a:solidFill>
                  <a:schemeClr val="tx1">
                    <a:lumMod val="85000"/>
                    <a:lumOff val="15000"/>
                  </a:schemeClr>
                </a:solidFill>
              </a:rPr>
              <a:t>NCCU &amp; HKUST</a:t>
            </a:r>
          </a:p>
        </p:txBody>
      </p:sp>
      <p:pic>
        <p:nvPicPr>
          <p:cNvPr id="8" name="Picture Placeholder 7" descr="A painting of a person holding a pole&#10;&#10;AI-generated content may be incorrect.">
            <a:extLst>
              <a:ext uri="{FF2B5EF4-FFF2-40B4-BE49-F238E27FC236}">
                <a16:creationId xmlns:a16="http://schemas.microsoft.com/office/drawing/2014/main" id="{BD5FA3F6-CA85-B6A3-1D00-424D54426976}"/>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a:stretch>
            <a:fillRect/>
          </a:stretch>
        </p:blipFill>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5D44-7BC4-72CB-A87D-4792E14CD38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065B57-247B-FEF7-35BC-F85D1F59EC80}"/>
              </a:ext>
            </a:extLst>
          </p:cNvPr>
          <p:cNvSpPr>
            <a:spLocks noGrp="1"/>
          </p:cNvSpPr>
          <p:nvPr>
            <p:ph type="title"/>
          </p:nvPr>
        </p:nvSpPr>
        <p:spPr>
          <a:xfrm>
            <a:off x="304800" y="559678"/>
            <a:ext cx="4291106" cy="4952492"/>
          </a:xfrm>
        </p:spPr>
        <p:txBody>
          <a:bodyPr rtlCol="0"/>
          <a:lstStyle/>
          <a:p>
            <a:pPr rtl="0"/>
            <a:r>
              <a:rPr lang="en-US" dirty="0"/>
              <a:t>Kant on the Idea of Duty</a:t>
            </a:r>
            <a:endParaRPr lang="en-GB" dirty="0"/>
          </a:p>
        </p:txBody>
      </p:sp>
      <p:sp>
        <p:nvSpPr>
          <p:cNvPr id="8" name="TextBox 7">
            <a:extLst>
              <a:ext uri="{FF2B5EF4-FFF2-40B4-BE49-F238E27FC236}">
                <a16:creationId xmlns:a16="http://schemas.microsoft.com/office/drawing/2014/main" id="{685B037A-5AD3-86F6-5942-22B3F7E933EF}"/>
              </a:ext>
            </a:extLst>
          </p:cNvPr>
          <p:cNvSpPr txBox="1"/>
          <p:nvPr/>
        </p:nvSpPr>
        <p:spPr>
          <a:xfrm>
            <a:off x="5181599" y="384313"/>
            <a:ext cx="6602412" cy="5253979"/>
          </a:xfrm>
          <a:prstGeom prst="rect">
            <a:avLst/>
          </a:prstGeom>
          <a:noFill/>
        </p:spPr>
        <p:txBody>
          <a:bodyPr wrap="square" rtlCol="0">
            <a:noAutofit/>
          </a:bodyPr>
          <a:lstStyle/>
          <a:p>
            <a:pPr algn="just"/>
            <a:r>
              <a:rPr lang="en-GB" sz="3200" dirty="0">
                <a:latin typeface="Times New Roman" panose="02020603050405020304" pitchFamily="18" charset="0"/>
                <a:ea typeface="PMingLiU" panose="02020500000000000000" pitchFamily="18" charset="-120"/>
              </a:rPr>
              <a:t>“Everyone must grant that a law, if it is to hold morally, i.e. as a ground of an obligation, must carry with it </a:t>
            </a:r>
            <a:r>
              <a:rPr lang="en-GB" sz="3200" dirty="0">
                <a:solidFill>
                  <a:srgbClr val="FF0000"/>
                </a:solidFill>
                <a:latin typeface="Times New Roman" panose="02020603050405020304" pitchFamily="18" charset="0"/>
                <a:ea typeface="PMingLiU" panose="02020500000000000000" pitchFamily="18" charset="-120"/>
              </a:rPr>
              <a:t>absolute necessity</a:t>
            </a:r>
            <a:r>
              <a:rPr lang="en-GB" sz="3200" dirty="0">
                <a:latin typeface="Times New Roman" panose="02020603050405020304" pitchFamily="18" charset="0"/>
                <a:ea typeface="PMingLiU" panose="02020500000000000000" pitchFamily="18" charset="-120"/>
              </a:rPr>
              <a:t>; that the command: thou shalt not lie, does </a:t>
            </a:r>
            <a:r>
              <a:rPr lang="en-GB" sz="3200" dirty="0">
                <a:solidFill>
                  <a:srgbClr val="FF0000"/>
                </a:solidFill>
                <a:latin typeface="Times New Roman" panose="02020603050405020304" pitchFamily="18" charset="0"/>
                <a:ea typeface="PMingLiU" panose="02020500000000000000" pitchFamily="18" charset="-120"/>
              </a:rPr>
              <a:t>not just hold for human beings only</a:t>
            </a:r>
            <a:r>
              <a:rPr lang="en-GB" sz="3200" dirty="0">
                <a:latin typeface="Times New Roman" panose="02020603050405020304" pitchFamily="18" charset="0"/>
                <a:ea typeface="PMingLiU" panose="02020500000000000000" pitchFamily="18" charset="-120"/>
              </a:rPr>
              <a:t>, as if other rational beings did not have to heed it; and so with all remaining actual moral laws; hence that the ground of obligation here must not be sought in the nature of the human being . . . [but] solely in concepts of </a:t>
            </a:r>
            <a:r>
              <a:rPr lang="en-GB" sz="3200" dirty="0">
                <a:solidFill>
                  <a:srgbClr val="FF0000"/>
                </a:solidFill>
                <a:latin typeface="Times New Roman" panose="02020603050405020304" pitchFamily="18" charset="0"/>
                <a:ea typeface="PMingLiU" panose="02020500000000000000" pitchFamily="18" charset="-120"/>
              </a:rPr>
              <a:t>pure reason</a:t>
            </a:r>
            <a:r>
              <a:rPr lang="en-GB" sz="3200" dirty="0">
                <a:latin typeface="Times New Roman" panose="02020603050405020304" pitchFamily="18" charset="0"/>
                <a:ea typeface="PMingLiU" panose="02020500000000000000" pitchFamily="18" charset="-120"/>
              </a:rPr>
              <a:t>” (G, 4:389/44–45).</a:t>
            </a:r>
          </a:p>
        </p:txBody>
      </p:sp>
      <p:sp>
        <p:nvSpPr>
          <p:cNvPr id="5" name="Slide Number Placeholder 4">
            <a:extLst>
              <a:ext uri="{FF2B5EF4-FFF2-40B4-BE49-F238E27FC236}">
                <a16:creationId xmlns:a16="http://schemas.microsoft.com/office/drawing/2014/main" id="{C665AFD4-B7AE-8BAF-6EB4-727A283BAF2D}"/>
              </a:ext>
            </a:extLst>
          </p:cNvPr>
          <p:cNvSpPr>
            <a:spLocks noGrp="1"/>
          </p:cNvSpPr>
          <p:nvPr>
            <p:ph type="sldNum" sz="quarter" idx="12"/>
          </p:nvPr>
        </p:nvSpPr>
        <p:spPr/>
        <p:txBody>
          <a:bodyPr rtlCol="0"/>
          <a:lstStyle/>
          <a:p>
            <a:pPr rtl="0"/>
            <a:fld id="{13D2E340-0663-474B-992C-9192B5C45E57}" type="slidenum">
              <a:rPr lang="en-GB" smtClean="0"/>
              <a:t>2</a:t>
            </a:fld>
            <a:endParaRPr lang="en-GB" dirty="0"/>
          </a:p>
        </p:txBody>
      </p:sp>
    </p:spTree>
    <p:extLst>
      <p:ext uri="{BB962C8B-B14F-4D97-AF65-F5344CB8AC3E}">
        <p14:creationId xmlns:p14="http://schemas.microsoft.com/office/powerpoint/2010/main" val="397484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E9BC-EFE7-8138-3BD0-F32624A8B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9CFFB-2C33-F99E-4D4B-B23ADBF5AB11}"/>
              </a:ext>
            </a:extLst>
          </p:cNvPr>
          <p:cNvSpPr>
            <a:spLocks noGrp="1"/>
          </p:cNvSpPr>
          <p:nvPr>
            <p:ph type="title"/>
          </p:nvPr>
        </p:nvSpPr>
        <p:spPr>
          <a:xfrm>
            <a:off x="478971" y="305054"/>
            <a:ext cx="4116935" cy="1815846"/>
          </a:xfrm>
        </p:spPr>
        <p:txBody>
          <a:bodyPr rtlCol="0">
            <a:noAutofit/>
          </a:bodyPr>
          <a:lstStyle/>
          <a:p>
            <a:r>
              <a:rPr lang="en-US" dirty="0"/>
              <a:t>Kant on the Idea of Duty</a:t>
            </a:r>
            <a:endParaRPr lang="en-GB" dirty="0"/>
          </a:p>
        </p:txBody>
      </p:sp>
      <p:sp>
        <p:nvSpPr>
          <p:cNvPr id="3" name="Slide Number Placeholder 2">
            <a:extLst>
              <a:ext uri="{FF2B5EF4-FFF2-40B4-BE49-F238E27FC236}">
                <a16:creationId xmlns:a16="http://schemas.microsoft.com/office/drawing/2014/main" id="{C047B17F-ECA2-8582-2E9E-41BF6476404F}"/>
              </a:ext>
            </a:extLst>
          </p:cNvPr>
          <p:cNvSpPr>
            <a:spLocks noGrp="1"/>
          </p:cNvSpPr>
          <p:nvPr>
            <p:ph type="sldNum" sz="quarter" idx="12"/>
          </p:nvPr>
        </p:nvSpPr>
        <p:spPr/>
        <p:txBody>
          <a:bodyPr rtlCol="0"/>
          <a:lstStyle/>
          <a:p>
            <a:pPr rtl="0"/>
            <a:fld id="{13D2E340-0663-474B-992C-9192B5C45E57}" type="slidenum">
              <a:rPr lang="en-GB" smtClean="0"/>
              <a:t>3</a:t>
            </a:fld>
            <a:endParaRPr lang="en-GB" dirty="0"/>
          </a:p>
        </p:txBody>
      </p:sp>
      <p:sp>
        <p:nvSpPr>
          <p:cNvPr id="13" name="TextBox 12">
            <a:extLst>
              <a:ext uri="{FF2B5EF4-FFF2-40B4-BE49-F238E27FC236}">
                <a16:creationId xmlns:a16="http://schemas.microsoft.com/office/drawing/2014/main" id="{B5C3795E-6FC3-81C9-9A90-042DF215BA4B}"/>
              </a:ext>
            </a:extLst>
          </p:cNvPr>
          <p:cNvSpPr txBox="1"/>
          <p:nvPr/>
        </p:nvSpPr>
        <p:spPr>
          <a:xfrm>
            <a:off x="5181599" y="305054"/>
            <a:ext cx="6602412" cy="4952492"/>
          </a:xfrm>
          <a:prstGeom prst="rect">
            <a:avLst/>
          </a:prstGeom>
          <a:noFill/>
        </p:spPr>
        <p:txBody>
          <a:bodyPr wrap="square" rtlCol="0">
            <a:noAutofit/>
          </a:bodyPr>
          <a:lstStyle/>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Holds for </a:t>
            </a:r>
            <a:r>
              <a:rPr lang="en-US" sz="3600" i="1" dirty="0">
                <a:latin typeface="Times New Roman" panose="02020603050405020304" pitchFamily="18" charset="0"/>
                <a:ea typeface="PMingLiU" panose="02020500000000000000" pitchFamily="18" charset="-120"/>
              </a:rPr>
              <a:t>all</a:t>
            </a:r>
            <a:r>
              <a:rPr lang="en-US" sz="3600" dirty="0">
                <a:latin typeface="Times New Roman" panose="02020603050405020304" pitchFamily="18" charset="0"/>
                <a:ea typeface="PMingLiU" panose="02020500000000000000" pitchFamily="18" charset="-120"/>
              </a:rPr>
              <a:t> rational agents</a:t>
            </a:r>
          </a:p>
          <a:p>
            <a:pPr marL="1028700" lvl="1" indent="-571500" algn="just">
              <a:buFont typeface="Arial" panose="020B0604020202020204" pitchFamily="34" charset="0"/>
              <a:buChar char="•"/>
            </a:pPr>
            <a:r>
              <a:rPr lang="en-US" sz="3600" i="1" dirty="0">
                <a:latin typeface="Times New Roman" panose="02020603050405020304" pitchFamily="18" charset="0"/>
                <a:ea typeface="PMingLiU" panose="02020500000000000000" pitchFamily="18" charset="-120"/>
              </a:rPr>
              <a:t>Non-human</a:t>
            </a:r>
            <a:r>
              <a:rPr lang="en-US" sz="3600" dirty="0">
                <a:latin typeface="Times New Roman" panose="02020603050405020304" pitchFamily="18" charset="0"/>
                <a:ea typeface="PMingLiU" panose="02020500000000000000" pitchFamily="18" charset="-120"/>
              </a:rPr>
              <a:t> rational agents, if they exist, are also bound by the moral law. </a:t>
            </a:r>
          </a:p>
          <a:p>
            <a:pPr marL="514350" indent="-514350" algn="just" rtl="0">
              <a:buFont typeface="+mj-lt"/>
              <a:buAutoNum type="arabicPeriod"/>
            </a:pPr>
            <a:r>
              <a:rPr lang="en-US" sz="3600" dirty="0">
                <a:latin typeface="Times New Roman" panose="02020603050405020304" pitchFamily="18" charset="0"/>
                <a:ea typeface="PMingLiU" panose="02020500000000000000" pitchFamily="18" charset="-120"/>
              </a:rPr>
              <a:t>Grounded in </a:t>
            </a:r>
            <a:r>
              <a:rPr lang="en-US" sz="3600" i="1" dirty="0">
                <a:latin typeface="Times New Roman" panose="02020603050405020304" pitchFamily="18" charset="0"/>
                <a:ea typeface="PMingLiU" panose="02020500000000000000" pitchFamily="18" charset="-120"/>
              </a:rPr>
              <a:t>practical</a:t>
            </a:r>
            <a:r>
              <a:rPr lang="en-US" sz="3600" dirty="0">
                <a:latin typeface="Times New Roman" panose="02020603050405020304" pitchFamily="18" charset="0"/>
                <a:ea typeface="PMingLiU" panose="02020500000000000000" pitchFamily="18" charset="-120"/>
              </a:rPr>
              <a:t> reason, not in specific facts about human beings</a:t>
            </a:r>
          </a:p>
          <a:p>
            <a:pPr marL="1028700" lvl="1" indent="-5715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Practical reason concerns one’s capacity to deliberate and make free choices. </a:t>
            </a:r>
            <a:endParaRPr lang="en-US" sz="3600" dirty="0">
              <a:latin typeface="Times New Roman" panose="02020603050405020304" pitchFamily="18" charset="0"/>
              <a:ea typeface="PMingLiU" panose="02020500000000000000" pitchFamily="18" charset="-120"/>
            </a:endParaRPr>
          </a:p>
          <a:p>
            <a:pPr marL="514350" indent="-514350" algn="just" rtl="0">
              <a:buFont typeface="+mj-lt"/>
              <a:buAutoNum type="arabicPeriod"/>
            </a:pPr>
            <a:endParaRPr lang="en-GB" sz="36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70780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a:xfrm>
            <a:off x="304800" y="559678"/>
            <a:ext cx="4291106" cy="4952492"/>
          </a:xfrm>
        </p:spPr>
        <p:txBody>
          <a:bodyPr rtlCol="0"/>
          <a:lstStyle/>
          <a:p>
            <a:r>
              <a:rPr lang="en-US" dirty="0"/>
              <a:t>Demands of Practical Reason</a:t>
            </a:r>
            <a:endParaRPr lang="en-GB" dirty="0"/>
          </a:p>
        </p:txBody>
      </p:sp>
      <p:sp>
        <p:nvSpPr>
          <p:cNvPr id="8" name="TextBox 7">
            <a:extLst>
              <a:ext uri="{FF2B5EF4-FFF2-40B4-BE49-F238E27FC236}">
                <a16:creationId xmlns:a16="http://schemas.microsoft.com/office/drawing/2014/main" id="{5FC6C278-4035-446A-A94B-030E792FDDF5}"/>
              </a:ext>
            </a:extLst>
          </p:cNvPr>
          <p:cNvSpPr txBox="1"/>
          <p:nvPr/>
        </p:nvSpPr>
        <p:spPr>
          <a:xfrm>
            <a:off x="5181599" y="685800"/>
            <a:ext cx="6248401" cy="4952492"/>
          </a:xfrm>
          <a:prstGeom prst="rect">
            <a:avLst/>
          </a:prstGeom>
          <a:noFill/>
        </p:spPr>
        <p:txBody>
          <a:bodyPr wrap="square" rtlCol="0">
            <a:noAutofit/>
          </a:bodyPr>
          <a:lstStyle/>
          <a:p>
            <a:pPr marL="457200" indent="-457200">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Categorical Imperative (CI)</a:t>
            </a:r>
          </a:p>
          <a:p>
            <a:pPr marL="914400" lvl="1"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Categorical: unconditional</a:t>
            </a:r>
          </a:p>
          <a:p>
            <a:pPr marL="914400" lvl="1"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Imperative: command</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Hypothetical Imperative (HI)</a:t>
            </a:r>
          </a:p>
          <a:p>
            <a:pPr marL="914400" lvl="1" indent="-457200">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rPr>
              <a:t>If one intends E and recognizes that doing A is necessary for bringing about E, then do A (or give up E).</a:t>
            </a:r>
          </a:p>
          <a:p>
            <a:pPr marL="914400" lvl="1"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Only</a:t>
            </a:r>
            <a:r>
              <a:rPr lang="en-GB" sz="3200" i="1" dirty="0">
                <a:latin typeface="Times New Roman" panose="02020603050405020304" pitchFamily="18" charset="0"/>
                <a:ea typeface="PMingLiU" panose="02020500000000000000" pitchFamily="18" charset="-120"/>
              </a:rPr>
              <a:t> </a:t>
            </a:r>
            <a:r>
              <a:rPr lang="en-GB" sz="3200" dirty="0">
                <a:latin typeface="Times New Roman" panose="02020603050405020304" pitchFamily="18" charset="0"/>
                <a:ea typeface="PMingLiU" panose="02020500000000000000" pitchFamily="18" charset="-120"/>
              </a:rPr>
              <a:t>conditionally valid</a:t>
            </a:r>
            <a:endParaRPr lang="en-GB" sz="3600" dirty="0">
              <a:latin typeface="Times New Roman" panose="02020603050405020304" pitchFamily="18" charset="0"/>
              <a:ea typeface="PMingLiU" panose="02020500000000000000" pitchFamily="18" charset="-12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4</a:t>
            </a:fld>
            <a:endParaRPr lang="en-GB" dirty="0"/>
          </a:p>
        </p:txBody>
      </p:sp>
    </p:spTree>
    <p:extLst>
      <p:ext uri="{BB962C8B-B14F-4D97-AF65-F5344CB8AC3E}">
        <p14:creationId xmlns:p14="http://schemas.microsoft.com/office/powerpoint/2010/main" val="2394598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7F4D-F280-472F-9307-25B3E6BD88B5}"/>
              </a:ext>
            </a:extLst>
          </p:cNvPr>
          <p:cNvSpPr>
            <a:spLocks noGrp="1"/>
          </p:cNvSpPr>
          <p:nvPr>
            <p:ph type="title"/>
          </p:nvPr>
        </p:nvSpPr>
        <p:spPr>
          <a:xfrm>
            <a:off x="478971" y="559678"/>
            <a:ext cx="4116935" cy="1719696"/>
          </a:xfrm>
        </p:spPr>
        <p:txBody>
          <a:bodyPr rtlCol="0">
            <a:normAutofit/>
          </a:bodyPr>
          <a:lstStyle/>
          <a:p>
            <a:r>
              <a:rPr lang="en-US" b="1" dirty="0"/>
              <a:t>Morality</a:t>
            </a:r>
            <a:endParaRPr lang="en-GB" b="1" dirty="0"/>
          </a:p>
        </p:txBody>
      </p:sp>
      <p:sp>
        <p:nvSpPr>
          <p:cNvPr id="3" name="Slide Number Placeholder 2">
            <a:extLst>
              <a:ext uri="{FF2B5EF4-FFF2-40B4-BE49-F238E27FC236}">
                <a16:creationId xmlns:a16="http://schemas.microsoft.com/office/drawing/2014/main" id="{EB761CE6-695A-0941-954E-A6BD7E16386F}"/>
              </a:ext>
            </a:extLst>
          </p:cNvPr>
          <p:cNvSpPr>
            <a:spLocks noGrp="1"/>
          </p:cNvSpPr>
          <p:nvPr>
            <p:ph type="sldNum" sz="quarter" idx="12"/>
          </p:nvPr>
        </p:nvSpPr>
        <p:spPr/>
        <p:txBody>
          <a:bodyPr rtlCol="0"/>
          <a:lstStyle/>
          <a:p>
            <a:pPr rtl="0"/>
            <a:fld id="{13D2E340-0663-474B-992C-9192B5C45E57}" type="slidenum">
              <a:rPr lang="en-GB" smtClean="0"/>
              <a:t>5</a:t>
            </a:fld>
            <a:endParaRPr lang="en-GB" dirty="0"/>
          </a:p>
        </p:txBody>
      </p:sp>
      <p:sp>
        <p:nvSpPr>
          <p:cNvPr id="13" name="TextBox 12">
            <a:extLst>
              <a:ext uri="{FF2B5EF4-FFF2-40B4-BE49-F238E27FC236}">
                <a16:creationId xmlns:a16="http://schemas.microsoft.com/office/drawing/2014/main" id="{B079FE37-E63F-6B83-3B38-614E7772BF5D}"/>
              </a:ext>
            </a:extLst>
          </p:cNvPr>
          <p:cNvSpPr txBox="1"/>
          <p:nvPr/>
        </p:nvSpPr>
        <p:spPr>
          <a:xfrm>
            <a:off x="4982817" y="305054"/>
            <a:ext cx="6801194" cy="4952492"/>
          </a:xfrm>
          <a:prstGeom prst="rect">
            <a:avLst/>
          </a:prstGeom>
          <a:noFill/>
        </p:spPr>
        <p:txBody>
          <a:bodyPr wrap="square" rtlCol="0">
            <a:noAutofit/>
          </a:bodyPr>
          <a:lstStyle/>
          <a:p>
            <a:pPr algn="just" rtl="0"/>
            <a:r>
              <a:rPr lang="en-GB" sz="3600" i="1" dirty="0">
                <a:latin typeface="Times New Roman" panose="02020603050405020304" pitchFamily="18" charset="0"/>
                <a:ea typeface="PMingLiU" panose="02020500000000000000" pitchFamily="18" charset="-120"/>
              </a:rPr>
              <a:t>What morality does and does not involve:</a:t>
            </a:r>
          </a:p>
          <a:p>
            <a:pPr marL="342900" indent="-3429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Duty involves there being some action (or omission) that one must do (or omit) regardless of what ends one might happen to adopt. </a:t>
            </a:r>
          </a:p>
          <a:p>
            <a:pPr marL="342900" indent="-3429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Hence, morality cannot be a system of HI.</a:t>
            </a:r>
          </a:p>
          <a:p>
            <a:pPr marL="342900" indent="-3429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Hence, morality is not a doctrine of personal happiness.</a:t>
            </a:r>
          </a:p>
          <a:p>
            <a:pPr marL="800100" lvl="1" indent="-3429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rPr>
              <a:t>Why? </a:t>
            </a:r>
          </a:p>
          <a:p>
            <a:pPr marL="342900" indent="-342900" algn="just" rtl="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342900" indent="-342900" algn="just" rtl="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342900" indent="-342900" algn="just" rtl="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98975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93EB3-9E33-A774-40CE-4653C9CC6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58094-FAFA-0AF5-4688-6E97661AB9E2}"/>
              </a:ext>
            </a:extLst>
          </p:cNvPr>
          <p:cNvSpPr>
            <a:spLocks noGrp="1"/>
          </p:cNvSpPr>
          <p:nvPr>
            <p:ph type="title"/>
          </p:nvPr>
        </p:nvSpPr>
        <p:spPr>
          <a:xfrm>
            <a:off x="530578" y="559678"/>
            <a:ext cx="4065328" cy="2221622"/>
          </a:xfrm>
        </p:spPr>
        <p:txBody>
          <a:bodyPr rtlCol="0">
            <a:normAutofit/>
          </a:bodyPr>
          <a:lstStyle/>
          <a:p>
            <a:r>
              <a:rPr lang="en-GB" b="1" dirty="0"/>
              <a:t>Supreme Principle of Morality</a:t>
            </a:r>
          </a:p>
        </p:txBody>
      </p:sp>
      <p:sp>
        <p:nvSpPr>
          <p:cNvPr id="7" name="Slide Number Placeholder 6">
            <a:extLst>
              <a:ext uri="{FF2B5EF4-FFF2-40B4-BE49-F238E27FC236}">
                <a16:creationId xmlns:a16="http://schemas.microsoft.com/office/drawing/2014/main" id="{8DAF5447-EB0B-C3D3-9C29-329E67F6EAFA}"/>
              </a:ext>
            </a:extLst>
          </p:cNvPr>
          <p:cNvSpPr>
            <a:spLocks noGrp="1"/>
          </p:cNvSpPr>
          <p:nvPr>
            <p:ph type="sldNum" sz="quarter" idx="12"/>
          </p:nvPr>
        </p:nvSpPr>
        <p:spPr/>
        <p:txBody>
          <a:bodyPr rtlCol="0"/>
          <a:lstStyle/>
          <a:p>
            <a:pPr rtl="0"/>
            <a:fld id="{13D2E340-0663-474B-992C-9192B5C45E57}" type="slidenum">
              <a:rPr lang="en-GB" smtClean="0"/>
              <a:t>6</a:t>
            </a:fld>
            <a:endParaRPr lang="en-GB" dirty="0"/>
          </a:p>
        </p:txBody>
      </p:sp>
      <p:sp>
        <p:nvSpPr>
          <p:cNvPr id="23" name="TextBox 22">
            <a:extLst>
              <a:ext uri="{FF2B5EF4-FFF2-40B4-BE49-F238E27FC236}">
                <a16:creationId xmlns:a16="http://schemas.microsoft.com/office/drawing/2014/main" id="{B3924C4A-5D52-2E83-5910-D093650F9298}"/>
              </a:ext>
            </a:extLst>
          </p:cNvPr>
          <p:cNvSpPr txBox="1"/>
          <p:nvPr/>
        </p:nvSpPr>
        <p:spPr>
          <a:xfrm>
            <a:off x="5181599" y="559678"/>
            <a:ext cx="6593768" cy="5078614"/>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Kant distinguishes two sorts of ends: </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Ends that we adopt based on our desires </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They acquire worth or value for us by being objects of our choice. </a:t>
            </a:r>
          </a:p>
          <a:p>
            <a:pPr marL="514350" indent="-514350">
              <a:buFont typeface="+mj-lt"/>
              <a:buAutoNum type="arabicPeriod"/>
            </a:pPr>
            <a:r>
              <a:rPr lang="en-GB" sz="3200" dirty="0">
                <a:latin typeface="Times New Roman" panose="02020603050405020304" pitchFamily="18" charset="0"/>
                <a:ea typeface="PMingLiU" panose="02020500000000000000" pitchFamily="18" charset="-120"/>
              </a:rPr>
              <a:t>Ends in themselves</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According to Kant, there is such an end: “Rational nature exists as an end in itself” (G, 4:428–29/79).</a:t>
            </a:r>
          </a:p>
        </p:txBody>
      </p:sp>
    </p:spTree>
    <p:extLst>
      <p:ext uri="{BB962C8B-B14F-4D97-AF65-F5344CB8AC3E}">
        <p14:creationId xmlns:p14="http://schemas.microsoft.com/office/powerpoint/2010/main" val="405167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424A-792B-5B72-38E7-DF1330B25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41727-547D-9591-6845-2AD3D67C7337}"/>
              </a:ext>
            </a:extLst>
          </p:cNvPr>
          <p:cNvSpPr>
            <a:spLocks noGrp="1"/>
          </p:cNvSpPr>
          <p:nvPr>
            <p:ph type="title"/>
          </p:nvPr>
        </p:nvSpPr>
        <p:spPr>
          <a:xfrm>
            <a:off x="478971" y="559678"/>
            <a:ext cx="4116935" cy="2221622"/>
          </a:xfrm>
        </p:spPr>
        <p:txBody>
          <a:bodyPr rtlCol="0">
            <a:normAutofit/>
          </a:bodyPr>
          <a:lstStyle/>
          <a:p>
            <a:pPr rtl="0"/>
            <a:r>
              <a:rPr lang="en-GB" b="1" dirty="0"/>
              <a:t>Supreme Principle of Morality</a:t>
            </a:r>
          </a:p>
        </p:txBody>
      </p:sp>
      <p:sp>
        <p:nvSpPr>
          <p:cNvPr id="3" name="Slide Number Placeholder 2">
            <a:extLst>
              <a:ext uri="{FF2B5EF4-FFF2-40B4-BE49-F238E27FC236}">
                <a16:creationId xmlns:a16="http://schemas.microsoft.com/office/drawing/2014/main" id="{858591D4-3B37-F537-1891-75C3CFEE80CD}"/>
              </a:ext>
            </a:extLst>
          </p:cNvPr>
          <p:cNvSpPr>
            <a:spLocks noGrp="1"/>
          </p:cNvSpPr>
          <p:nvPr>
            <p:ph type="sldNum" sz="quarter" idx="12"/>
          </p:nvPr>
        </p:nvSpPr>
        <p:spPr/>
        <p:txBody>
          <a:bodyPr rtlCol="0"/>
          <a:lstStyle/>
          <a:p>
            <a:pPr rtl="0"/>
            <a:fld id="{13D2E340-0663-474B-992C-9192B5C45E57}" type="slidenum">
              <a:rPr lang="en-GB" smtClean="0"/>
              <a:t>7</a:t>
            </a:fld>
            <a:endParaRPr lang="en-GB" dirty="0"/>
          </a:p>
        </p:txBody>
      </p:sp>
      <p:sp>
        <p:nvSpPr>
          <p:cNvPr id="13" name="TextBox 12">
            <a:extLst>
              <a:ext uri="{FF2B5EF4-FFF2-40B4-BE49-F238E27FC236}">
                <a16:creationId xmlns:a16="http://schemas.microsoft.com/office/drawing/2014/main" id="{2D7C1F4E-2200-708A-B8D1-8631A46C318F}"/>
              </a:ext>
            </a:extLst>
          </p:cNvPr>
          <p:cNvSpPr txBox="1"/>
          <p:nvPr/>
        </p:nvSpPr>
        <p:spPr>
          <a:xfrm>
            <a:off x="5181599" y="305054"/>
            <a:ext cx="6602412" cy="4952492"/>
          </a:xfrm>
          <a:prstGeom prst="rect">
            <a:avLst/>
          </a:prstGeom>
          <a:noFill/>
        </p:spPr>
        <p:txBody>
          <a:bodyPr wrap="square" rtlCol="0">
            <a:noAutofit/>
          </a:bodyPr>
          <a:lstStyle/>
          <a:p>
            <a:pPr algn="just" rtl="0"/>
            <a:r>
              <a:rPr lang="en-US" sz="3600" i="1" dirty="0">
                <a:latin typeface="Times New Roman" panose="02020603050405020304" pitchFamily="18" charset="0"/>
                <a:ea typeface="PMingLiU" panose="02020500000000000000" pitchFamily="18" charset="-120"/>
              </a:rPr>
              <a:t>What is so special about the rational nature? </a:t>
            </a:r>
          </a:p>
          <a:p>
            <a:pPr marL="457200" indent="-4572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“Autonomy is . . . the ground of the dignity of human nature and of every rational nature” (G, 4:436/85).</a:t>
            </a:r>
          </a:p>
          <a:p>
            <a:pPr marL="457200" indent="-4572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“The ground of the possibility of categorical imperatives is this: that they refer to no other property of choice (by which some purpose can be ascribed to it) than simply to its freedom” (MM, 6:222/377). </a:t>
            </a:r>
          </a:p>
        </p:txBody>
      </p:sp>
    </p:spTree>
    <p:extLst>
      <p:ext uri="{BB962C8B-B14F-4D97-AF65-F5344CB8AC3E}">
        <p14:creationId xmlns:p14="http://schemas.microsoft.com/office/powerpoint/2010/main" val="1263636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8120E-9627-E8B6-0676-481535574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200BE-D86B-A4A6-DE70-CA6F3D690F37}"/>
              </a:ext>
            </a:extLst>
          </p:cNvPr>
          <p:cNvSpPr>
            <a:spLocks noGrp="1"/>
          </p:cNvSpPr>
          <p:nvPr>
            <p:ph type="title"/>
          </p:nvPr>
        </p:nvSpPr>
        <p:spPr>
          <a:xfrm>
            <a:off x="530578" y="559678"/>
            <a:ext cx="4065328" cy="2221622"/>
          </a:xfrm>
        </p:spPr>
        <p:txBody>
          <a:bodyPr rtlCol="0">
            <a:normAutofit/>
          </a:bodyPr>
          <a:lstStyle/>
          <a:p>
            <a:r>
              <a:rPr lang="en-GB" dirty="0"/>
              <a:t>Formula of Humanity</a:t>
            </a:r>
          </a:p>
        </p:txBody>
      </p:sp>
      <p:sp>
        <p:nvSpPr>
          <p:cNvPr id="7" name="Slide Number Placeholder 6">
            <a:extLst>
              <a:ext uri="{FF2B5EF4-FFF2-40B4-BE49-F238E27FC236}">
                <a16:creationId xmlns:a16="http://schemas.microsoft.com/office/drawing/2014/main" id="{DA6ECA03-3A27-17E7-F62F-84CE53157262}"/>
              </a:ext>
            </a:extLst>
          </p:cNvPr>
          <p:cNvSpPr>
            <a:spLocks noGrp="1"/>
          </p:cNvSpPr>
          <p:nvPr>
            <p:ph type="sldNum" sz="quarter" idx="12"/>
          </p:nvPr>
        </p:nvSpPr>
        <p:spPr/>
        <p:txBody>
          <a:bodyPr rtlCol="0"/>
          <a:lstStyle/>
          <a:p>
            <a:pPr rtl="0"/>
            <a:fld id="{13D2E340-0663-474B-992C-9192B5C45E57}" type="slidenum">
              <a:rPr lang="en-GB" smtClean="0"/>
              <a:t>8</a:t>
            </a:fld>
            <a:endParaRPr lang="en-GB" dirty="0"/>
          </a:p>
        </p:txBody>
      </p:sp>
      <p:sp>
        <p:nvSpPr>
          <p:cNvPr id="23" name="TextBox 22">
            <a:extLst>
              <a:ext uri="{FF2B5EF4-FFF2-40B4-BE49-F238E27FC236}">
                <a16:creationId xmlns:a16="http://schemas.microsoft.com/office/drawing/2014/main" id="{3CA1E901-2F79-6974-E428-93399DC0DC0E}"/>
              </a:ext>
            </a:extLst>
          </p:cNvPr>
          <p:cNvSpPr txBox="1"/>
          <p:nvPr/>
        </p:nvSpPr>
        <p:spPr>
          <a:xfrm>
            <a:off x="5181599" y="559678"/>
            <a:ext cx="6593768" cy="5078614"/>
          </a:xfrm>
          <a:prstGeom prst="rect">
            <a:avLst/>
          </a:prstGeom>
          <a:noFill/>
        </p:spPr>
        <p:txBody>
          <a:bodyPr wrap="square" rtlCol="0">
            <a:noAutofit/>
          </a:bodyPr>
          <a:lstStyle/>
          <a:p>
            <a:pPr marL="514350" indent="-514350" algn="just">
              <a:buFont typeface="+mj-lt"/>
              <a:buAutoNum type="arabicPeriod"/>
            </a:pPr>
            <a:r>
              <a:rPr lang="en-GB" sz="3200" dirty="0">
                <a:latin typeface="Times New Roman" panose="02020603050405020304" pitchFamily="18" charset="0"/>
                <a:ea typeface="PMingLiU" panose="02020500000000000000" pitchFamily="18" charset="-120"/>
              </a:rPr>
              <a:t>If something has unconditional value, then there is an unconditional requirement to respect it—the kind of response that something with such worth calls for. </a:t>
            </a:r>
          </a:p>
          <a:p>
            <a:pPr marL="514350" indent="-514350" algn="just">
              <a:buFont typeface="+mj-lt"/>
              <a:buAutoNum type="arabicPeriod"/>
            </a:pPr>
            <a:r>
              <a:rPr lang="en-GB" sz="3200" dirty="0">
                <a:latin typeface="Times New Roman" panose="02020603050405020304" pitchFamily="18" charset="0"/>
                <a:ea typeface="PMingLiU" panose="02020500000000000000" pitchFamily="18" charset="-120"/>
              </a:rPr>
              <a:t>Anything with the status of an end in itself has unconditional value.</a:t>
            </a:r>
          </a:p>
          <a:p>
            <a:pPr marL="514350" indent="-514350" algn="just">
              <a:buFont typeface="+mj-lt"/>
              <a:buAutoNum type="arabicPeriod"/>
            </a:pPr>
            <a:r>
              <a:rPr lang="en-GB" sz="3200" dirty="0">
                <a:solidFill>
                  <a:srgbClr val="C00000"/>
                </a:solidFill>
                <a:latin typeface="Times New Roman" panose="02020603050405020304" pitchFamily="18" charset="0"/>
                <a:ea typeface="PMingLiU" panose="02020500000000000000" pitchFamily="18" charset="-120"/>
              </a:rPr>
              <a:t>Our nature as autonomous agents makes us ends in ourselves.</a:t>
            </a:r>
          </a:p>
          <a:p>
            <a:pPr marL="514350" indent="-514350" algn="just">
              <a:buFont typeface="+mj-lt"/>
              <a:buAutoNum type="arabicPeriod"/>
            </a:pPr>
            <a:r>
              <a:rPr lang="en-GB" sz="3200" dirty="0">
                <a:latin typeface="Times New Roman" panose="02020603050405020304" pitchFamily="18" charset="0"/>
                <a:ea typeface="PMingLiU" panose="02020500000000000000" pitchFamily="18" charset="-120"/>
              </a:rPr>
              <a:t>Thus, there is a basic unconditional requirement to respect the autonomy of agents.</a:t>
            </a:r>
          </a:p>
          <a:p>
            <a:pPr marL="514350" indent="-514350">
              <a:buFont typeface="Arial" panose="020B0604020202020204" pitchFamily="34" charset="0"/>
              <a:buChar char="•"/>
            </a:pPr>
            <a:endParaRPr lang="en-GB" sz="2800" dirty="0">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284613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5B4A-A9AF-F20C-341C-3A544060B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A5C96-AB1E-E384-CC3E-59F711918FF2}"/>
              </a:ext>
            </a:extLst>
          </p:cNvPr>
          <p:cNvSpPr>
            <a:spLocks noGrp="1"/>
          </p:cNvSpPr>
          <p:nvPr>
            <p:ph type="title"/>
          </p:nvPr>
        </p:nvSpPr>
        <p:spPr>
          <a:xfrm>
            <a:off x="478971" y="559678"/>
            <a:ext cx="4116935" cy="2221622"/>
          </a:xfrm>
        </p:spPr>
        <p:txBody>
          <a:bodyPr rtlCol="0">
            <a:normAutofit/>
          </a:bodyPr>
          <a:lstStyle/>
          <a:p>
            <a:r>
              <a:rPr lang="en-GB" dirty="0"/>
              <a:t>Formula of Humanity</a:t>
            </a:r>
          </a:p>
        </p:txBody>
      </p:sp>
      <p:sp>
        <p:nvSpPr>
          <p:cNvPr id="3" name="Slide Number Placeholder 2">
            <a:extLst>
              <a:ext uri="{FF2B5EF4-FFF2-40B4-BE49-F238E27FC236}">
                <a16:creationId xmlns:a16="http://schemas.microsoft.com/office/drawing/2014/main" id="{2EC99ABB-F367-3BC5-2017-FB8F8742C503}"/>
              </a:ext>
            </a:extLst>
          </p:cNvPr>
          <p:cNvSpPr>
            <a:spLocks noGrp="1"/>
          </p:cNvSpPr>
          <p:nvPr>
            <p:ph type="sldNum" sz="quarter" idx="12"/>
          </p:nvPr>
        </p:nvSpPr>
        <p:spPr/>
        <p:txBody>
          <a:bodyPr rtlCol="0"/>
          <a:lstStyle/>
          <a:p>
            <a:pPr rtl="0"/>
            <a:fld id="{13D2E340-0663-474B-992C-9192B5C45E57}" type="slidenum">
              <a:rPr lang="en-GB" smtClean="0"/>
              <a:t>9</a:t>
            </a:fld>
            <a:endParaRPr lang="en-GB" dirty="0"/>
          </a:p>
        </p:txBody>
      </p:sp>
      <p:sp>
        <p:nvSpPr>
          <p:cNvPr id="13" name="TextBox 12">
            <a:extLst>
              <a:ext uri="{FF2B5EF4-FFF2-40B4-BE49-F238E27FC236}">
                <a16:creationId xmlns:a16="http://schemas.microsoft.com/office/drawing/2014/main" id="{F29A0C60-3916-4BD3-EE6E-3BC8CFF43339}"/>
              </a:ext>
            </a:extLst>
          </p:cNvPr>
          <p:cNvSpPr txBox="1"/>
          <p:nvPr/>
        </p:nvSpPr>
        <p:spPr>
          <a:xfrm>
            <a:off x="5181599" y="305054"/>
            <a:ext cx="6602412" cy="4952492"/>
          </a:xfrm>
          <a:prstGeom prst="rect">
            <a:avLst/>
          </a:prstGeom>
          <a:noFill/>
        </p:spPr>
        <p:txBody>
          <a:bodyPr wrap="square" rtlCol="0">
            <a:noAutofit/>
          </a:bodyPr>
          <a:lstStyle/>
          <a:p>
            <a:pPr algn="just" rtl="0"/>
            <a:r>
              <a:rPr lang="en-US" sz="3600" i="1" dirty="0">
                <a:latin typeface="Times New Roman" panose="02020603050405020304" pitchFamily="18" charset="0"/>
                <a:ea typeface="PMingLiU" panose="02020500000000000000" pitchFamily="18" charset="-120"/>
              </a:rPr>
              <a:t>Formula of Humanity (FH):</a:t>
            </a:r>
            <a:endParaRPr lang="en-GB" sz="3600" i="1" dirty="0">
              <a:latin typeface="Times New Roman" panose="02020603050405020304" pitchFamily="18" charset="0"/>
              <a:ea typeface="PMingLiU" panose="02020500000000000000" pitchFamily="18" charset="-120"/>
            </a:endParaRPr>
          </a:p>
          <a:p>
            <a:pPr marL="457200" indent="-4572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“So act that you use humanity, in your own person as well as in the person of any other, always at the same time as an end, never merely as a means.” (G, 4:429/80) </a:t>
            </a:r>
          </a:p>
          <a:p>
            <a:pPr marL="457200" indent="-4572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Negative part: Prohibits treating persons </a:t>
            </a:r>
            <a:r>
              <a:rPr lang="en-GB" sz="3200" i="1" dirty="0">
                <a:latin typeface="Times New Roman" panose="02020603050405020304" pitchFamily="18" charset="0"/>
                <a:ea typeface="PMingLiU" panose="02020500000000000000" pitchFamily="18" charset="-120"/>
              </a:rPr>
              <a:t>merely</a:t>
            </a:r>
            <a:r>
              <a:rPr lang="en-GB" sz="3200" dirty="0">
                <a:latin typeface="Times New Roman" panose="02020603050405020304" pitchFamily="18" charset="0"/>
                <a:ea typeface="PMingLiU" panose="02020500000000000000" pitchFamily="18" charset="-120"/>
              </a:rPr>
              <a:t> as a means to one’s ends</a:t>
            </a:r>
          </a:p>
          <a:p>
            <a:pPr marL="457200" indent="-457200" algn="just" rtl="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Positive part: Requires the promotion of certain ends</a:t>
            </a:r>
          </a:p>
        </p:txBody>
      </p:sp>
    </p:spTree>
    <p:extLst>
      <p:ext uri="{BB962C8B-B14F-4D97-AF65-F5344CB8AC3E}">
        <p14:creationId xmlns:p14="http://schemas.microsoft.com/office/powerpoint/2010/main" val="49825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F34B-93F5-46C0-9BEC-B1A8D55008B4}"/>
              </a:ext>
            </a:extLst>
          </p:cNvPr>
          <p:cNvSpPr>
            <a:spLocks noGrp="1"/>
          </p:cNvSpPr>
          <p:nvPr>
            <p:ph type="title"/>
          </p:nvPr>
        </p:nvSpPr>
        <p:spPr>
          <a:xfrm>
            <a:off x="530578" y="559678"/>
            <a:ext cx="4065328" cy="2221622"/>
          </a:xfrm>
        </p:spPr>
        <p:txBody>
          <a:bodyPr rtlCol="0">
            <a:normAutofit/>
          </a:bodyPr>
          <a:lstStyle/>
          <a:p>
            <a:r>
              <a:rPr lang="en-GB" b="1" dirty="0"/>
              <a:t>Formula of Humanity</a:t>
            </a:r>
          </a:p>
        </p:txBody>
      </p:sp>
      <p:sp>
        <p:nvSpPr>
          <p:cNvPr id="7" name="Slide Number Placeholder 6">
            <a:extLst>
              <a:ext uri="{FF2B5EF4-FFF2-40B4-BE49-F238E27FC236}">
                <a16:creationId xmlns:a16="http://schemas.microsoft.com/office/drawing/2014/main" id="{C7C944DD-F200-6B48-8A79-099A08992A35}"/>
              </a:ext>
            </a:extLst>
          </p:cNvPr>
          <p:cNvSpPr>
            <a:spLocks noGrp="1"/>
          </p:cNvSpPr>
          <p:nvPr>
            <p:ph type="sldNum" sz="quarter" idx="12"/>
          </p:nvPr>
        </p:nvSpPr>
        <p:spPr/>
        <p:txBody>
          <a:bodyPr rtlCol="0"/>
          <a:lstStyle/>
          <a:p>
            <a:pPr rtl="0"/>
            <a:fld id="{13D2E340-0663-474B-992C-9192B5C45E57}" type="slidenum">
              <a:rPr lang="en-GB" smtClean="0"/>
              <a:t>10</a:t>
            </a:fld>
            <a:endParaRPr lang="en-GB" dirty="0"/>
          </a:p>
        </p:txBody>
      </p:sp>
      <p:sp>
        <p:nvSpPr>
          <p:cNvPr id="23" name="TextBox 22">
            <a:extLst>
              <a:ext uri="{FF2B5EF4-FFF2-40B4-BE49-F238E27FC236}">
                <a16:creationId xmlns:a16="http://schemas.microsoft.com/office/drawing/2014/main" id="{764A365B-4C2F-2351-93F8-FD34668116E1}"/>
              </a:ext>
            </a:extLst>
          </p:cNvPr>
          <p:cNvSpPr txBox="1"/>
          <p:nvPr/>
        </p:nvSpPr>
        <p:spPr>
          <a:xfrm>
            <a:off x="4996070" y="304800"/>
            <a:ext cx="6779297" cy="5333492"/>
          </a:xfrm>
          <a:prstGeom prst="rect">
            <a:avLst/>
          </a:prstGeom>
          <a:noFill/>
        </p:spPr>
        <p:txBody>
          <a:bodyPr wrap="square" rtlCol="0">
            <a:noAutofit/>
          </a:bodyPr>
          <a:lstStyle/>
          <a:p>
            <a:pPr algn="just"/>
            <a:r>
              <a:rPr lang="en-GB" sz="3200" dirty="0">
                <a:latin typeface="Times New Roman" panose="02020603050405020304" pitchFamily="18" charset="0"/>
                <a:ea typeface="PMingLiU" panose="02020500000000000000" pitchFamily="18" charset="-120"/>
              </a:rPr>
              <a:t>Compare: </a:t>
            </a:r>
          </a:p>
          <a:p>
            <a:pPr marL="514350"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You ask your friend to drop you off at the airport and your friend willingly agrees.</a:t>
            </a:r>
          </a:p>
          <a:p>
            <a:pPr marL="514350"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A mugger demands his victim to hand over his wallet or else be shot to death. </a:t>
            </a:r>
          </a:p>
          <a:p>
            <a:pPr marL="514350"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Nothing morally wrong in the former case: your friend is a means but not merely a means</a:t>
            </a:r>
          </a:p>
          <a:p>
            <a:pPr marL="514350" indent="-51435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In the latter case: the victim is a mere means and nothing more</a:t>
            </a:r>
          </a:p>
        </p:txBody>
      </p:sp>
    </p:spTree>
    <p:extLst>
      <p:ext uri="{BB962C8B-B14F-4D97-AF65-F5344CB8AC3E}">
        <p14:creationId xmlns:p14="http://schemas.microsoft.com/office/powerpoint/2010/main" val="1707474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490330" y="230820"/>
            <a:ext cx="4105576" cy="2141320"/>
          </a:xfrm>
        </p:spPr>
        <p:txBody>
          <a:bodyPr rtlCol="0">
            <a:normAutofit/>
          </a:bodyPr>
          <a:lstStyle/>
          <a:p>
            <a:r>
              <a:rPr lang="en-GB" sz="4800" b="1" dirty="0"/>
              <a:t>Formula of Humanity</a:t>
            </a:r>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11</a:t>
            </a:fld>
            <a:endParaRPr lang="en-GB" dirty="0"/>
          </a:p>
        </p:txBody>
      </p:sp>
      <p:sp>
        <p:nvSpPr>
          <p:cNvPr id="41" name="TextBox 40">
            <a:extLst>
              <a:ext uri="{FF2B5EF4-FFF2-40B4-BE49-F238E27FC236}">
                <a16:creationId xmlns:a16="http://schemas.microsoft.com/office/drawing/2014/main" id="{E70AB508-2913-4EE2-5303-4456A2553371}"/>
              </a:ext>
            </a:extLst>
          </p:cNvPr>
          <p:cNvSpPr txBox="1"/>
          <p:nvPr/>
        </p:nvSpPr>
        <p:spPr>
          <a:xfrm>
            <a:off x="5062331" y="230819"/>
            <a:ext cx="6639340" cy="5407473"/>
          </a:xfrm>
          <a:prstGeom prst="rect">
            <a:avLst/>
          </a:prstGeom>
          <a:noFill/>
        </p:spPr>
        <p:txBody>
          <a:bodyPr wrap="square" rtlCol="0">
            <a:noAutofit/>
          </a:bodyPr>
          <a:lstStyle/>
          <a:p>
            <a:pPr marL="457200" indent="-457200">
              <a:buFont typeface="Arial" panose="020B0604020202020204" pitchFamily="34" charset="0"/>
              <a:buChar char="•"/>
            </a:pPr>
            <a:r>
              <a:rPr lang="en-GB" sz="2800" i="1" dirty="0">
                <a:latin typeface="Times New Roman" panose="02020603050405020304" pitchFamily="18" charset="0"/>
                <a:ea typeface="PMingLiU" panose="02020500000000000000" pitchFamily="18" charset="-120"/>
              </a:rPr>
              <a:t>Regarding</a:t>
            </a:r>
            <a:r>
              <a:rPr lang="en-GB" sz="2800" dirty="0">
                <a:latin typeface="Times New Roman" panose="02020603050405020304" pitchFamily="18" charset="0"/>
                <a:ea typeface="PMingLiU" panose="02020500000000000000" pitchFamily="18" charset="-120"/>
              </a:rPr>
              <a:t> = </a:t>
            </a:r>
            <a:r>
              <a:rPr lang="en-GB" sz="2800" i="1" dirty="0">
                <a:latin typeface="Times New Roman" panose="02020603050405020304" pitchFamily="18" charset="0"/>
                <a:ea typeface="PMingLiU" panose="02020500000000000000" pitchFamily="18" charset="-120"/>
              </a:rPr>
              <a:t>Treating? </a:t>
            </a:r>
            <a:r>
              <a:rPr lang="en-GB" sz="2800" dirty="0">
                <a:latin typeface="Times New Roman" panose="02020603050405020304" pitchFamily="18" charset="0"/>
                <a:ea typeface="PMingLiU" panose="02020500000000000000" pitchFamily="18" charset="-120"/>
              </a:rPr>
              <a:t> </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rPr>
              <a:t>A gangster “who regards most other people as mere means, and who would injure them whenever that would benefit him. When this man buys a cup of coffee, he treats the coffee seller just as he would treat a vending machine. he would steal from the coffee seller if that was worth the trouble, just as he would smash the machine. But though this gangster treats the coffee seller as a means, what is wrong is only his attitude toward this person. in buying his cup of coffee, he does not act wrongly” (2011, 216).</a:t>
            </a:r>
          </a:p>
        </p:txBody>
      </p:sp>
    </p:spTree>
    <p:extLst>
      <p:ext uri="{BB962C8B-B14F-4D97-AF65-F5344CB8AC3E}">
        <p14:creationId xmlns:p14="http://schemas.microsoft.com/office/powerpoint/2010/main" val="3289796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B3C1-A37E-886A-909B-53E077AC0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908A0-65FF-2705-D664-4522AA4546BE}"/>
              </a:ext>
            </a:extLst>
          </p:cNvPr>
          <p:cNvSpPr>
            <a:spLocks noGrp="1"/>
          </p:cNvSpPr>
          <p:nvPr>
            <p:ph type="title"/>
          </p:nvPr>
        </p:nvSpPr>
        <p:spPr>
          <a:xfrm>
            <a:off x="265042" y="559678"/>
            <a:ext cx="4330863" cy="2090757"/>
          </a:xfrm>
        </p:spPr>
        <p:txBody>
          <a:bodyPr rtlCol="0">
            <a:normAutofit/>
          </a:bodyPr>
          <a:lstStyle/>
          <a:p>
            <a:r>
              <a:rPr lang="en-US" sz="4800" b="1" dirty="0"/>
              <a:t>Formula of Humanity</a:t>
            </a:r>
            <a:endParaRPr lang="en-GB" sz="4800" dirty="0"/>
          </a:p>
        </p:txBody>
      </p:sp>
      <p:sp>
        <p:nvSpPr>
          <p:cNvPr id="7" name="Slide Number Placeholder 6">
            <a:extLst>
              <a:ext uri="{FF2B5EF4-FFF2-40B4-BE49-F238E27FC236}">
                <a16:creationId xmlns:a16="http://schemas.microsoft.com/office/drawing/2014/main" id="{C21A53E5-FEE5-118D-CD36-C66764E3A3B5}"/>
              </a:ext>
            </a:extLst>
          </p:cNvPr>
          <p:cNvSpPr>
            <a:spLocks noGrp="1"/>
          </p:cNvSpPr>
          <p:nvPr>
            <p:ph type="sldNum" sz="quarter" idx="12"/>
          </p:nvPr>
        </p:nvSpPr>
        <p:spPr/>
        <p:txBody>
          <a:bodyPr rtlCol="0"/>
          <a:lstStyle/>
          <a:p>
            <a:pPr rtl="0"/>
            <a:fld id="{13D2E340-0663-474B-992C-9192B5C45E57}" type="slidenum">
              <a:rPr lang="en-GB" smtClean="0"/>
              <a:t>12</a:t>
            </a:fld>
            <a:endParaRPr lang="en-GB" dirty="0"/>
          </a:p>
        </p:txBody>
      </p:sp>
      <p:sp>
        <p:nvSpPr>
          <p:cNvPr id="23" name="TextBox 22">
            <a:extLst>
              <a:ext uri="{FF2B5EF4-FFF2-40B4-BE49-F238E27FC236}">
                <a16:creationId xmlns:a16="http://schemas.microsoft.com/office/drawing/2014/main" id="{44D17366-2D5D-EBCB-C069-47BBF0111A8A}"/>
              </a:ext>
            </a:extLst>
          </p:cNvPr>
          <p:cNvSpPr txBox="1"/>
          <p:nvPr/>
        </p:nvSpPr>
        <p:spPr>
          <a:xfrm>
            <a:off x="5181599" y="559678"/>
            <a:ext cx="6593768" cy="5078614"/>
          </a:xfrm>
          <a:prstGeom prst="rect">
            <a:avLst/>
          </a:prstGeom>
          <a:noFill/>
        </p:spPr>
        <p:txBody>
          <a:bodyPr wrap="square" rtlCol="0">
            <a:noAutofit/>
          </a:bodyPr>
          <a:lstStyle/>
          <a:p>
            <a:r>
              <a:rPr lang="en-GB" sz="3600" i="1" dirty="0">
                <a:latin typeface="Times New Roman" panose="02020603050405020304" pitchFamily="18" charset="0"/>
                <a:ea typeface="PMingLiU" panose="02020500000000000000" pitchFamily="18" charset="-120"/>
              </a:rPr>
              <a:t>“It is not enough that the action not conflict with humanity in our person, as an end in itself, it must also harmonize with it” (G, 4:430/80–81).</a:t>
            </a:r>
          </a:p>
          <a:p>
            <a:r>
              <a:rPr lang="en-GB" sz="3600" dirty="0">
                <a:latin typeface="Times New Roman" panose="02020603050405020304" pitchFamily="18" charset="0"/>
                <a:ea typeface="PMingLiU" panose="02020500000000000000" pitchFamily="18" charset="-120"/>
              </a:rPr>
              <a:t>Positive requirement of FH: </a:t>
            </a:r>
          </a:p>
          <a:p>
            <a:pPr marL="514350" indent="-514350">
              <a:buFont typeface="+mj-lt"/>
              <a:buAutoNum type="arabicPeriod"/>
            </a:pPr>
            <a:r>
              <a:rPr lang="en-GB" sz="3600" dirty="0">
                <a:latin typeface="Times New Roman" panose="02020603050405020304" pitchFamily="18" charset="0"/>
                <a:ea typeface="PMingLiU" panose="02020500000000000000" pitchFamily="18" charset="-120"/>
              </a:rPr>
              <a:t>Self-perfection</a:t>
            </a:r>
          </a:p>
          <a:p>
            <a:pPr marL="514350" indent="-514350">
              <a:buFont typeface="+mj-lt"/>
              <a:buAutoNum type="arabicPeriod"/>
            </a:pPr>
            <a:r>
              <a:rPr lang="en-GB" sz="3600" dirty="0">
                <a:latin typeface="Times New Roman" panose="02020603050405020304" pitchFamily="18" charset="0"/>
                <a:ea typeface="PMingLiU" panose="02020500000000000000" pitchFamily="18" charset="-120"/>
              </a:rPr>
              <a:t>The happiness of others </a:t>
            </a:r>
          </a:p>
        </p:txBody>
      </p:sp>
    </p:spTree>
    <p:extLst>
      <p:ext uri="{BB962C8B-B14F-4D97-AF65-F5344CB8AC3E}">
        <p14:creationId xmlns:p14="http://schemas.microsoft.com/office/powerpoint/2010/main" val="219516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BF37F-3E74-594E-C7DE-E08CA8A5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8C0E1-92E9-F470-195D-C5A870DBDD32}"/>
              </a:ext>
            </a:extLst>
          </p:cNvPr>
          <p:cNvSpPr>
            <a:spLocks noGrp="1"/>
          </p:cNvSpPr>
          <p:nvPr>
            <p:ph type="title"/>
          </p:nvPr>
        </p:nvSpPr>
        <p:spPr>
          <a:xfrm>
            <a:off x="503582" y="230819"/>
            <a:ext cx="4092323" cy="3198181"/>
          </a:xfrm>
        </p:spPr>
        <p:txBody>
          <a:bodyPr rtlCol="0">
            <a:normAutofit/>
          </a:bodyPr>
          <a:lstStyle/>
          <a:p>
            <a:r>
              <a:rPr lang="en-US" sz="4400" b="1" dirty="0"/>
              <a:t>Kant’s System of Duties</a:t>
            </a:r>
            <a:endParaRPr lang="en-GB" sz="4400" dirty="0"/>
          </a:p>
        </p:txBody>
      </p:sp>
      <p:sp>
        <p:nvSpPr>
          <p:cNvPr id="10" name="Slide Number Placeholder 9">
            <a:extLst>
              <a:ext uri="{FF2B5EF4-FFF2-40B4-BE49-F238E27FC236}">
                <a16:creationId xmlns:a16="http://schemas.microsoft.com/office/drawing/2014/main" id="{85B71140-9C05-953D-8182-42956B2C1751}"/>
              </a:ext>
            </a:extLst>
          </p:cNvPr>
          <p:cNvSpPr>
            <a:spLocks noGrp="1"/>
          </p:cNvSpPr>
          <p:nvPr>
            <p:ph type="sldNum" sz="quarter" idx="12"/>
          </p:nvPr>
        </p:nvSpPr>
        <p:spPr/>
        <p:txBody>
          <a:bodyPr rtlCol="0"/>
          <a:lstStyle/>
          <a:p>
            <a:pPr rtl="0"/>
            <a:fld id="{13D2E340-0663-474B-992C-9192B5C45E57}" type="slidenum">
              <a:rPr lang="en-GB" smtClean="0"/>
              <a:t>13</a:t>
            </a:fld>
            <a:endParaRPr lang="en-GB" dirty="0"/>
          </a:p>
        </p:txBody>
      </p:sp>
      <p:sp>
        <p:nvSpPr>
          <p:cNvPr id="41" name="TextBox 40">
            <a:extLst>
              <a:ext uri="{FF2B5EF4-FFF2-40B4-BE49-F238E27FC236}">
                <a16:creationId xmlns:a16="http://schemas.microsoft.com/office/drawing/2014/main" id="{E0699548-9BE0-D501-1E59-8D8CC60A2A49}"/>
              </a:ext>
            </a:extLst>
          </p:cNvPr>
          <p:cNvSpPr txBox="1"/>
          <p:nvPr/>
        </p:nvSpPr>
        <p:spPr>
          <a:xfrm>
            <a:off x="5181599" y="230819"/>
            <a:ext cx="6248401" cy="5407473"/>
          </a:xfrm>
          <a:prstGeom prst="rect">
            <a:avLst/>
          </a:prstGeom>
          <a:noFill/>
        </p:spPr>
        <p:txBody>
          <a:bodyPr wrap="square" rtlCol="0">
            <a:noAutofit/>
          </a:bodyPr>
          <a:lstStyle/>
          <a:p>
            <a:pPr marL="514350"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Categorical imperative → two very general duties → more specific duties </a:t>
            </a:r>
          </a:p>
          <a:p>
            <a:pPr marL="514350"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CI requires us to protect and promote the humanity in oneself and others.</a:t>
            </a:r>
          </a:p>
          <a:p>
            <a:pPr marL="971550" lvl="1"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“The capacity to set oneself an end—any end whatsoever—is what characterizes humanity.” (MM, 6:392/522)</a:t>
            </a:r>
          </a:p>
          <a:p>
            <a:pPr marL="514350" indent="-51435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This capacity requires developing certain powers, thereby </a:t>
            </a:r>
            <a:r>
              <a:rPr lang="en-GB" sz="3200" i="1" dirty="0">
                <a:solidFill>
                  <a:srgbClr val="FF0000"/>
                </a:solidFill>
                <a:latin typeface="Times New Roman" panose="02020603050405020304" pitchFamily="18" charset="0"/>
                <a:ea typeface="PMingLiU" panose="02020500000000000000" pitchFamily="18" charset="-120"/>
              </a:rPr>
              <a:t>perfecting oneself. </a:t>
            </a:r>
          </a:p>
        </p:txBody>
      </p:sp>
    </p:spTree>
    <p:extLst>
      <p:ext uri="{BB962C8B-B14F-4D97-AF65-F5344CB8AC3E}">
        <p14:creationId xmlns:p14="http://schemas.microsoft.com/office/powerpoint/2010/main" val="32335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6A52-D0EF-2DB8-E3D9-AA5A27FD9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93335-C8F6-0B4A-66B9-BF39D79CB760}"/>
              </a:ext>
            </a:extLst>
          </p:cNvPr>
          <p:cNvSpPr>
            <a:spLocks noGrp="1"/>
          </p:cNvSpPr>
          <p:nvPr>
            <p:ph type="title"/>
          </p:nvPr>
        </p:nvSpPr>
        <p:spPr>
          <a:xfrm>
            <a:off x="530578" y="559678"/>
            <a:ext cx="4065328" cy="2221622"/>
          </a:xfrm>
        </p:spPr>
        <p:txBody>
          <a:bodyPr rtlCol="0">
            <a:normAutofit/>
          </a:bodyPr>
          <a:lstStyle/>
          <a:p>
            <a:r>
              <a:rPr lang="en-US" sz="4400" b="1" dirty="0"/>
              <a:t>Kant’s System of Duties</a:t>
            </a:r>
            <a:endParaRPr lang="en-GB" sz="4400" dirty="0"/>
          </a:p>
        </p:txBody>
      </p:sp>
      <p:sp>
        <p:nvSpPr>
          <p:cNvPr id="7" name="Slide Number Placeholder 6">
            <a:extLst>
              <a:ext uri="{FF2B5EF4-FFF2-40B4-BE49-F238E27FC236}">
                <a16:creationId xmlns:a16="http://schemas.microsoft.com/office/drawing/2014/main" id="{234FD86E-89DD-02B2-93BC-6F34B6FD3DEA}"/>
              </a:ext>
            </a:extLst>
          </p:cNvPr>
          <p:cNvSpPr>
            <a:spLocks noGrp="1"/>
          </p:cNvSpPr>
          <p:nvPr>
            <p:ph type="sldNum" sz="quarter" idx="12"/>
          </p:nvPr>
        </p:nvSpPr>
        <p:spPr/>
        <p:txBody>
          <a:bodyPr rtlCol="0"/>
          <a:lstStyle/>
          <a:p>
            <a:pPr rtl="0"/>
            <a:fld id="{13D2E340-0663-474B-992C-9192B5C45E57}" type="slidenum">
              <a:rPr lang="en-GB" smtClean="0"/>
              <a:t>14</a:t>
            </a:fld>
            <a:endParaRPr lang="en-GB" dirty="0"/>
          </a:p>
        </p:txBody>
      </p:sp>
      <p:sp>
        <p:nvSpPr>
          <p:cNvPr id="23" name="TextBox 22">
            <a:extLst>
              <a:ext uri="{FF2B5EF4-FFF2-40B4-BE49-F238E27FC236}">
                <a16:creationId xmlns:a16="http://schemas.microsoft.com/office/drawing/2014/main" id="{8CF09343-1CC0-6B70-EF46-FD8285E176D3}"/>
              </a:ext>
            </a:extLst>
          </p:cNvPr>
          <p:cNvSpPr txBox="1"/>
          <p:nvPr/>
        </p:nvSpPr>
        <p:spPr>
          <a:xfrm>
            <a:off x="5181599" y="559678"/>
            <a:ext cx="6593768" cy="5078614"/>
          </a:xfrm>
          <a:prstGeom prst="rect">
            <a:avLst/>
          </a:prstGeom>
          <a:noFill/>
        </p:spPr>
        <p:txBody>
          <a:bodyPr wrap="square" rtlCol="0">
            <a:noAutofit/>
          </a:bodyPr>
          <a:lstStyle/>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All human beings naturally wish to be happy.  </a:t>
            </a: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I recognize my own happiness (in general, not in every particular case) as a legitimate end.</a:t>
            </a: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If I take others seriously (as ends in themselves), then I ought to take their ends as my own – I ought to help them.</a:t>
            </a: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rPr>
              <a:t>Hence, the promotion of humanity in others requires me to pursue </a:t>
            </a:r>
            <a:r>
              <a:rPr lang="en-US" sz="3200" i="1" dirty="0">
                <a:solidFill>
                  <a:srgbClr val="FF0000"/>
                </a:solidFill>
                <a:latin typeface="Times New Roman" panose="02020603050405020304" pitchFamily="18" charset="0"/>
                <a:ea typeface="PMingLiU" panose="02020500000000000000" pitchFamily="18" charset="-120"/>
              </a:rPr>
              <a:t>others’ happiness</a:t>
            </a:r>
            <a:r>
              <a:rPr lang="en-US" sz="3200" dirty="0">
                <a:latin typeface="Times New Roman" panose="02020603050405020304" pitchFamily="18" charset="0"/>
                <a:ea typeface="PMingLiU" panose="02020500000000000000" pitchFamily="18" charset="-120"/>
              </a:rPr>
              <a:t>. </a:t>
            </a:r>
          </a:p>
        </p:txBody>
      </p:sp>
    </p:spTree>
    <p:extLst>
      <p:ext uri="{BB962C8B-B14F-4D97-AF65-F5344CB8AC3E}">
        <p14:creationId xmlns:p14="http://schemas.microsoft.com/office/powerpoint/2010/main" val="21800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4DA9A-F01A-481E-A192-F11CA07CCE35}"/>
              </a:ext>
            </a:extLst>
          </p:cNvPr>
          <p:cNvSpPr>
            <a:spLocks noGrp="1"/>
          </p:cNvSpPr>
          <p:nvPr>
            <p:ph type="title"/>
          </p:nvPr>
        </p:nvSpPr>
        <p:spPr>
          <a:xfrm>
            <a:off x="762000" y="559677"/>
            <a:ext cx="3833906" cy="3005157"/>
          </a:xfrm>
        </p:spPr>
        <p:txBody>
          <a:bodyPr rtlCol="0">
            <a:normAutofit fontScale="90000"/>
          </a:bodyPr>
          <a:lstStyle/>
          <a:p>
            <a:r>
              <a:rPr lang="en-US" sz="4400" b="1" dirty="0"/>
              <a:t>Duties to Oneself Regarding Self-Perfection</a:t>
            </a:r>
            <a:endParaRPr lang="en-GB" sz="4400" dirty="0"/>
          </a:p>
        </p:txBody>
      </p:sp>
      <p:sp>
        <p:nvSpPr>
          <p:cNvPr id="10" name="Slide Number Placeholder 9">
            <a:extLst>
              <a:ext uri="{FF2B5EF4-FFF2-40B4-BE49-F238E27FC236}">
                <a16:creationId xmlns:a16="http://schemas.microsoft.com/office/drawing/2014/main" id="{EC7ECEE9-580B-8B4A-919F-4C04337CEC51}"/>
              </a:ext>
            </a:extLst>
          </p:cNvPr>
          <p:cNvSpPr>
            <a:spLocks noGrp="1"/>
          </p:cNvSpPr>
          <p:nvPr>
            <p:ph type="sldNum" sz="quarter" idx="12"/>
          </p:nvPr>
        </p:nvSpPr>
        <p:spPr/>
        <p:txBody>
          <a:bodyPr rtlCol="0"/>
          <a:lstStyle/>
          <a:p>
            <a:pPr rtl="0"/>
            <a:fld id="{13D2E340-0663-474B-992C-9192B5C45E57}" type="slidenum">
              <a:rPr lang="en-GB" smtClean="0"/>
              <a:t>15</a:t>
            </a:fld>
            <a:endParaRPr lang="en-GB" dirty="0"/>
          </a:p>
        </p:txBody>
      </p:sp>
      <p:sp>
        <p:nvSpPr>
          <p:cNvPr id="41" name="TextBox 40">
            <a:extLst>
              <a:ext uri="{FF2B5EF4-FFF2-40B4-BE49-F238E27FC236}">
                <a16:creationId xmlns:a16="http://schemas.microsoft.com/office/drawing/2014/main" id="{E70AB508-2913-4EE2-5303-4456A2553371}"/>
              </a:ext>
            </a:extLst>
          </p:cNvPr>
          <p:cNvSpPr txBox="1"/>
          <p:nvPr/>
        </p:nvSpPr>
        <p:spPr>
          <a:xfrm>
            <a:off x="5181599" y="559678"/>
            <a:ext cx="6602412" cy="5078614"/>
          </a:xfrm>
          <a:prstGeom prst="rect">
            <a:avLst/>
          </a:prstGeom>
          <a:noFill/>
        </p:spPr>
        <p:txBody>
          <a:bodyPr wrap="square" rtlCol="0">
            <a:noAutofit/>
          </a:bodyPr>
          <a:lstStyle/>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endParaRPr lang="en-GB" sz="3200" dirty="0">
              <a:latin typeface="Times New Roman" panose="02020603050405020304" pitchFamily="18" charset="0"/>
              <a:ea typeface="PMingLiU" panose="02020500000000000000" pitchFamily="18" charset="-120"/>
            </a:endParaRPr>
          </a:p>
          <a:p>
            <a:endParaRPr lang="en-GB" sz="3200" dirty="0">
              <a:latin typeface="Times New Roman" panose="02020603050405020304" pitchFamily="18" charset="0"/>
              <a:ea typeface="PMingLiU" panose="02020500000000000000" pitchFamily="18" charset="-120"/>
            </a:endParaRP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Perfect: One must </a:t>
            </a:r>
            <a:r>
              <a:rPr lang="en-GB" sz="3200" i="1" dirty="0">
                <a:solidFill>
                  <a:srgbClr val="FF0000"/>
                </a:solidFill>
                <a:latin typeface="Times New Roman" panose="02020603050405020304" pitchFamily="18" charset="0"/>
                <a:ea typeface="PMingLiU" panose="02020500000000000000" pitchFamily="18" charset="-120"/>
              </a:rPr>
              <a:t>never</a:t>
            </a:r>
            <a:r>
              <a:rPr lang="en-GB" sz="3200" dirty="0">
                <a:latin typeface="Times New Roman" panose="02020603050405020304" pitchFamily="18" charset="0"/>
                <a:ea typeface="PMingLiU" panose="02020500000000000000" pitchFamily="18" charset="-120"/>
              </a:rPr>
              <a:t> (</a:t>
            </a:r>
            <a:r>
              <a:rPr lang="en-GB" sz="3200" i="1" dirty="0">
                <a:solidFill>
                  <a:srgbClr val="FF0000"/>
                </a:solidFill>
                <a:latin typeface="Times New Roman" panose="02020603050405020304" pitchFamily="18" charset="0"/>
                <a:ea typeface="PMingLiU" panose="02020500000000000000" pitchFamily="18" charset="-120"/>
              </a:rPr>
              <a:t>or always</a:t>
            </a:r>
            <a:r>
              <a:rPr lang="en-GB" sz="3200" dirty="0">
                <a:latin typeface="Times New Roman" panose="02020603050405020304" pitchFamily="18" charset="0"/>
                <a:ea typeface="PMingLiU" panose="02020500000000000000" pitchFamily="18" charset="-120"/>
              </a:rPr>
              <a:t>) φ to the fullest extent possible</a:t>
            </a: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rPr>
              <a:t>Imperfect: One must </a:t>
            </a:r>
            <a:r>
              <a:rPr lang="en-GB" sz="3200" i="1" dirty="0">
                <a:solidFill>
                  <a:srgbClr val="FF0000"/>
                </a:solidFill>
                <a:latin typeface="Times New Roman" panose="02020603050405020304" pitchFamily="18" charset="0"/>
                <a:ea typeface="PMingLiU" panose="02020500000000000000" pitchFamily="18" charset="-120"/>
              </a:rPr>
              <a:t>sometimes</a:t>
            </a:r>
            <a:r>
              <a:rPr lang="en-GB" sz="3200" dirty="0">
                <a:latin typeface="Times New Roman" panose="02020603050405020304" pitchFamily="18" charset="0"/>
                <a:ea typeface="PMingLiU" panose="02020500000000000000" pitchFamily="18" charset="-120"/>
              </a:rPr>
              <a:t> and to some extent φ</a:t>
            </a:r>
          </a:p>
        </p:txBody>
      </p:sp>
      <p:pic>
        <p:nvPicPr>
          <p:cNvPr id="3" name="Image1">
            <a:extLst>
              <a:ext uri="{FF2B5EF4-FFF2-40B4-BE49-F238E27FC236}">
                <a16:creationId xmlns:a16="http://schemas.microsoft.com/office/drawing/2014/main" id="{838EC8A7-8125-4955-CA53-40EE0B47C91E}"/>
              </a:ext>
            </a:extLst>
          </p:cNvPr>
          <p:cNvPicPr>
            <a:picLocks noChangeAspect="1"/>
          </p:cNvPicPr>
          <p:nvPr/>
        </p:nvPicPr>
        <p:blipFill>
          <a:blip r:embed="rId3"/>
          <a:stretch>
            <a:fillRect/>
          </a:stretch>
        </p:blipFill>
        <p:spPr bwMode="auto">
          <a:xfrm>
            <a:off x="5187724" y="559678"/>
            <a:ext cx="6596287" cy="3760531"/>
          </a:xfrm>
          <a:prstGeom prst="rect">
            <a:avLst/>
          </a:prstGeom>
          <a:noFill/>
        </p:spPr>
      </p:pic>
    </p:spTree>
    <p:extLst>
      <p:ext uri="{BB962C8B-B14F-4D97-AF65-F5344CB8AC3E}">
        <p14:creationId xmlns:p14="http://schemas.microsoft.com/office/powerpoint/2010/main" val="3039832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FC6C278-4035-446A-A94B-030E792FDDF5}"/>
              </a:ext>
            </a:extLst>
          </p:cNvPr>
          <p:cNvSpPr txBox="1"/>
          <p:nvPr/>
        </p:nvSpPr>
        <p:spPr>
          <a:xfrm>
            <a:off x="5181599" y="655100"/>
            <a:ext cx="6602412" cy="5575012"/>
          </a:xfrm>
          <a:prstGeom prst="rect">
            <a:avLst/>
          </a:prstGeom>
          <a:noFill/>
        </p:spPr>
        <p:txBody>
          <a:bodyPr wrap="square" rtlCol="0">
            <a:noAutofit/>
          </a:bodyPr>
          <a:lstStyle/>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The vices are attitudes that hinder us from our duties.</a:t>
            </a:r>
          </a:p>
          <a:p>
            <a:pPr marL="457200" indent="-457200">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The virtues are attitudes that facilitate our duties. </a:t>
            </a:r>
            <a:endParaRPr lang="en-GB"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8D30775-E195-4C4C-93B0-0261753A3724}"/>
              </a:ext>
            </a:extLst>
          </p:cNvPr>
          <p:cNvSpPr>
            <a:spLocks noGrp="1"/>
          </p:cNvSpPr>
          <p:nvPr>
            <p:ph type="sldNum" sz="quarter" idx="12"/>
          </p:nvPr>
        </p:nvSpPr>
        <p:spPr/>
        <p:txBody>
          <a:bodyPr rtlCol="0"/>
          <a:lstStyle/>
          <a:p>
            <a:pPr rtl="0"/>
            <a:fld id="{13D2E340-0663-474B-992C-9192B5C45E57}" type="slidenum">
              <a:rPr lang="en-GB" smtClean="0"/>
              <a:t>16</a:t>
            </a:fld>
            <a:endParaRPr lang="en-GB" dirty="0"/>
          </a:p>
        </p:txBody>
      </p:sp>
      <p:sp>
        <p:nvSpPr>
          <p:cNvPr id="2" name="Title 1">
            <a:extLst>
              <a:ext uri="{FF2B5EF4-FFF2-40B4-BE49-F238E27FC236}">
                <a16:creationId xmlns:a16="http://schemas.microsoft.com/office/drawing/2014/main" id="{0DD71B7C-1714-5F7C-11A5-D2C788A7767C}"/>
              </a:ext>
            </a:extLst>
          </p:cNvPr>
          <p:cNvSpPr txBox="1">
            <a:spLocks/>
          </p:cNvSpPr>
          <p:nvPr/>
        </p:nvSpPr>
        <p:spPr>
          <a:xfrm>
            <a:off x="407989" y="655100"/>
            <a:ext cx="4065328" cy="2787506"/>
          </a:xfrm>
          <a:prstGeom prst="rect">
            <a:avLst/>
          </a:prstGeom>
        </p:spPr>
        <p:txBody>
          <a:bodyPr vert="horz" lIns="91440" tIns="45720" rIns="91440" bIns="45720" rtlCol="0" anchor="t">
            <a:no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000" b="1" dirty="0"/>
              <a:t>Duties to Others Regarding Their Happiness</a:t>
            </a:r>
            <a:endParaRPr lang="en-GB" sz="4000" dirty="0"/>
          </a:p>
        </p:txBody>
      </p:sp>
      <p:pic>
        <p:nvPicPr>
          <p:cNvPr id="3" name="Image3">
            <a:extLst>
              <a:ext uri="{FF2B5EF4-FFF2-40B4-BE49-F238E27FC236}">
                <a16:creationId xmlns:a16="http://schemas.microsoft.com/office/drawing/2014/main" id="{0F53BE7D-05A7-BD77-A857-83D744199EAB}"/>
              </a:ext>
            </a:extLst>
          </p:cNvPr>
          <p:cNvPicPr>
            <a:picLocks noChangeAspect="1"/>
          </p:cNvPicPr>
          <p:nvPr/>
        </p:nvPicPr>
        <p:blipFill>
          <a:blip r:embed="rId3"/>
          <a:stretch>
            <a:fillRect/>
          </a:stretch>
        </p:blipFill>
        <p:spPr bwMode="auto">
          <a:xfrm>
            <a:off x="5181599" y="627888"/>
            <a:ext cx="6602412" cy="3727463"/>
          </a:xfrm>
          <a:prstGeom prst="rect">
            <a:avLst/>
          </a:prstGeom>
          <a:noFill/>
        </p:spPr>
      </p:pic>
    </p:spTree>
    <p:extLst>
      <p:ext uri="{BB962C8B-B14F-4D97-AF65-F5344CB8AC3E}">
        <p14:creationId xmlns:p14="http://schemas.microsoft.com/office/powerpoint/2010/main" val="1337185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BDBB-490C-21D7-AD60-057F169C5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A23F05-3D40-CD2F-A710-126D69C68DFC}"/>
              </a:ext>
            </a:extLst>
          </p:cNvPr>
          <p:cNvSpPr>
            <a:spLocks noGrp="1"/>
          </p:cNvSpPr>
          <p:nvPr>
            <p:ph type="title"/>
          </p:nvPr>
        </p:nvSpPr>
        <p:spPr/>
        <p:txBody>
          <a:bodyPr rtlCol="0">
            <a:normAutofit/>
          </a:bodyPr>
          <a:lstStyle/>
          <a:p>
            <a:r>
              <a:rPr lang="en-US" sz="4400" b="1" dirty="0"/>
              <a:t>Levels of Duty </a:t>
            </a:r>
            <a:endParaRPr lang="en-GB" sz="4400" dirty="0"/>
          </a:p>
        </p:txBody>
      </p:sp>
      <p:sp>
        <p:nvSpPr>
          <p:cNvPr id="10" name="Slide Number Placeholder 9">
            <a:extLst>
              <a:ext uri="{FF2B5EF4-FFF2-40B4-BE49-F238E27FC236}">
                <a16:creationId xmlns:a16="http://schemas.microsoft.com/office/drawing/2014/main" id="{3B4984A1-F58D-9827-DA3E-B329B8A19908}"/>
              </a:ext>
            </a:extLst>
          </p:cNvPr>
          <p:cNvSpPr>
            <a:spLocks noGrp="1"/>
          </p:cNvSpPr>
          <p:nvPr>
            <p:ph type="sldNum" sz="quarter" idx="12"/>
          </p:nvPr>
        </p:nvSpPr>
        <p:spPr/>
        <p:txBody>
          <a:bodyPr rtlCol="0"/>
          <a:lstStyle/>
          <a:p>
            <a:pPr rtl="0"/>
            <a:fld id="{13D2E340-0663-474B-992C-9192B5C45E57}" type="slidenum">
              <a:rPr lang="en-GB" smtClean="0"/>
              <a:t>17</a:t>
            </a:fld>
            <a:endParaRPr lang="en-GB" dirty="0"/>
          </a:p>
        </p:txBody>
      </p:sp>
      <p:sp>
        <p:nvSpPr>
          <p:cNvPr id="41" name="TextBox 40">
            <a:extLst>
              <a:ext uri="{FF2B5EF4-FFF2-40B4-BE49-F238E27FC236}">
                <a16:creationId xmlns:a16="http://schemas.microsoft.com/office/drawing/2014/main" id="{C89A87D9-5A68-FF6A-CF23-1B35D417E51D}"/>
              </a:ext>
            </a:extLst>
          </p:cNvPr>
          <p:cNvSpPr txBox="1"/>
          <p:nvPr/>
        </p:nvSpPr>
        <p:spPr>
          <a:xfrm>
            <a:off x="5181599" y="559678"/>
            <a:ext cx="6602412" cy="5078614"/>
          </a:xfrm>
          <a:prstGeom prst="rect">
            <a:avLst/>
          </a:prstGeom>
          <a:noFill/>
        </p:spPr>
        <p:txBody>
          <a:bodyPr wrap="square" rtlCol="0">
            <a:noAutofit/>
          </a:bodyPr>
          <a:lstStyle/>
          <a:p>
            <a:endParaRPr lang="en-GB" sz="3200" dirty="0">
              <a:latin typeface="Times New Roman" panose="02020603050405020304" pitchFamily="18" charset="0"/>
              <a:ea typeface="PMingLiU" panose="02020500000000000000" pitchFamily="18" charset="-120"/>
            </a:endParaRPr>
          </a:p>
        </p:txBody>
      </p:sp>
      <p:pic>
        <p:nvPicPr>
          <p:cNvPr id="3" name="Image4">
            <a:extLst>
              <a:ext uri="{FF2B5EF4-FFF2-40B4-BE49-F238E27FC236}">
                <a16:creationId xmlns:a16="http://schemas.microsoft.com/office/drawing/2014/main" id="{92B4E8CB-8C3C-E30B-809E-B35CF04894F2}"/>
              </a:ext>
            </a:extLst>
          </p:cNvPr>
          <p:cNvPicPr>
            <a:picLocks noChangeAspect="1"/>
          </p:cNvPicPr>
          <p:nvPr/>
        </p:nvPicPr>
        <p:blipFill>
          <a:blip r:embed="rId3"/>
          <a:stretch>
            <a:fillRect/>
          </a:stretch>
        </p:blipFill>
        <p:spPr bwMode="auto">
          <a:xfrm>
            <a:off x="5030984" y="559678"/>
            <a:ext cx="6753027" cy="5264913"/>
          </a:xfrm>
          <a:prstGeom prst="rect">
            <a:avLst/>
          </a:prstGeom>
          <a:noFill/>
        </p:spPr>
      </p:pic>
    </p:spTree>
    <p:extLst>
      <p:ext uri="{BB962C8B-B14F-4D97-AF65-F5344CB8AC3E}">
        <p14:creationId xmlns:p14="http://schemas.microsoft.com/office/powerpoint/2010/main" val="3609285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A033-96ED-23F2-708D-64665EAA472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25BE152-C1CF-04DE-757B-653B3C215612}"/>
              </a:ext>
            </a:extLst>
          </p:cNvPr>
          <p:cNvSpPr txBox="1"/>
          <p:nvPr/>
        </p:nvSpPr>
        <p:spPr>
          <a:xfrm>
            <a:off x="5181599" y="655100"/>
            <a:ext cx="6602412" cy="5575012"/>
          </a:xfrm>
          <a:prstGeom prst="rect">
            <a:avLst/>
          </a:prstGeom>
          <a:noFill/>
        </p:spPr>
        <p:txBody>
          <a:bodyPr wrap="square" rtlCol="0">
            <a:noAutofit/>
          </a:bodyPr>
          <a:lstStyle/>
          <a:p>
            <a:r>
              <a:rPr lang="en-US" sz="3200" i="1" dirty="0">
                <a:latin typeface="Times New Roman" panose="02020603050405020304" pitchFamily="18" charset="0"/>
                <a:ea typeface="PMingLiU" panose="02020500000000000000" pitchFamily="18" charset="-120"/>
                <a:cs typeface="Times New Roman" panose="02020603050405020304" pitchFamily="18" charset="0"/>
              </a:rPr>
              <a:t>Kant emphasizes on the importance of application:</a:t>
            </a:r>
          </a:p>
          <a:p>
            <a:pPr marL="457200" indent="-457200" algn="just">
              <a:buFont typeface="Arial" panose="020B0604020202020204" pitchFamily="34" charset="0"/>
              <a:buChar char="•"/>
            </a:pPr>
            <a:r>
              <a:rPr lang="en-GB" sz="2800" dirty="0">
                <a:latin typeface="Times New Roman" panose="02020603050405020304" pitchFamily="18" charset="0"/>
                <a:ea typeface="PMingLiU" panose="02020500000000000000" pitchFamily="18" charset="-120"/>
                <a:cs typeface="Times New Roman" panose="02020603050405020304" pitchFamily="18" charset="0"/>
              </a:rPr>
              <a:t>“A metaphysics of morals cannot dispense with principles of application, and we shall often have to take as our object the particular nature of human beings, which is cognized only by experience, in order to show in it what can be inferred from universal moral principles” (MM, 4:217/372).</a:t>
            </a:r>
            <a:endParaRPr lang="en-US" sz="2800"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Going from level 3 to level 4 requires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casuistry</a:t>
            </a:r>
            <a:r>
              <a:rPr lang="en-GB" sz="3200" dirty="0">
                <a:latin typeface="Times New Roman" panose="02020603050405020304" pitchFamily="18" charset="0"/>
                <a:ea typeface="PMingLiU" panose="02020500000000000000" pitchFamily="18" charset="-120"/>
                <a:cs typeface="Times New Roman" panose="02020603050405020304" pitchFamily="18" charset="0"/>
              </a:rPr>
              <a:t> – a procedure of applying principles to specific cases </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9B560F1-99D4-642C-F3AB-A206E299A379}"/>
              </a:ext>
            </a:extLst>
          </p:cNvPr>
          <p:cNvSpPr>
            <a:spLocks noGrp="1"/>
          </p:cNvSpPr>
          <p:nvPr>
            <p:ph type="sldNum" sz="quarter" idx="12"/>
          </p:nvPr>
        </p:nvSpPr>
        <p:spPr/>
        <p:txBody>
          <a:bodyPr rtlCol="0"/>
          <a:lstStyle/>
          <a:p>
            <a:pPr rtl="0"/>
            <a:fld id="{13D2E340-0663-474B-992C-9192B5C45E57}" type="slidenum">
              <a:rPr lang="en-GB" smtClean="0"/>
              <a:t>18</a:t>
            </a:fld>
            <a:endParaRPr lang="en-GB" dirty="0"/>
          </a:p>
        </p:txBody>
      </p:sp>
      <p:sp>
        <p:nvSpPr>
          <p:cNvPr id="2" name="Title 1">
            <a:extLst>
              <a:ext uri="{FF2B5EF4-FFF2-40B4-BE49-F238E27FC236}">
                <a16:creationId xmlns:a16="http://schemas.microsoft.com/office/drawing/2014/main" id="{B32F4C31-1E58-34D1-1712-8D743CC76747}"/>
              </a:ext>
            </a:extLst>
          </p:cNvPr>
          <p:cNvSpPr txBox="1">
            <a:spLocks/>
          </p:cNvSpPr>
          <p:nvPr/>
        </p:nvSpPr>
        <p:spPr>
          <a:xfrm>
            <a:off x="407989" y="1220984"/>
            <a:ext cx="4065328" cy="2221622"/>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3600" b="1" dirty="0"/>
              <a:t>Levels of Duty </a:t>
            </a:r>
            <a:endParaRPr lang="en-GB" sz="3600" dirty="0"/>
          </a:p>
        </p:txBody>
      </p:sp>
    </p:spTree>
    <p:extLst>
      <p:ext uri="{BB962C8B-B14F-4D97-AF65-F5344CB8AC3E}">
        <p14:creationId xmlns:p14="http://schemas.microsoft.com/office/powerpoint/2010/main" val="45849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0BE-ED03-A479-6E8D-A045746A4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7B745-99DE-21FE-CBBA-84A780E3F7E1}"/>
              </a:ext>
            </a:extLst>
          </p:cNvPr>
          <p:cNvSpPr>
            <a:spLocks noGrp="1"/>
          </p:cNvSpPr>
          <p:nvPr>
            <p:ph type="title"/>
          </p:nvPr>
        </p:nvSpPr>
        <p:spPr>
          <a:xfrm>
            <a:off x="762000" y="559678"/>
            <a:ext cx="3833906" cy="1726322"/>
          </a:xfrm>
        </p:spPr>
        <p:txBody>
          <a:bodyPr rtlCol="0">
            <a:normAutofit fontScale="90000"/>
          </a:bodyPr>
          <a:lstStyle/>
          <a:p>
            <a:r>
              <a:rPr lang="en-GB" sz="4400" b="1" dirty="0"/>
              <a:t>Levels of Duty </a:t>
            </a:r>
            <a:br>
              <a:rPr lang="en-GB" sz="4400" b="1" dirty="0"/>
            </a:br>
            <a:endParaRPr lang="en-GB" sz="4400" b="1" dirty="0"/>
          </a:p>
        </p:txBody>
      </p:sp>
      <p:sp>
        <p:nvSpPr>
          <p:cNvPr id="10" name="Slide Number Placeholder 9">
            <a:extLst>
              <a:ext uri="{FF2B5EF4-FFF2-40B4-BE49-F238E27FC236}">
                <a16:creationId xmlns:a16="http://schemas.microsoft.com/office/drawing/2014/main" id="{85518A08-C94B-3764-5B99-F68013B81BA7}"/>
              </a:ext>
            </a:extLst>
          </p:cNvPr>
          <p:cNvSpPr>
            <a:spLocks noGrp="1"/>
          </p:cNvSpPr>
          <p:nvPr>
            <p:ph type="sldNum" sz="quarter" idx="12"/>
          </p:nvPr>
        </p:nvSpPr>
        <p:spPr/>
        <p:txBody>
          <a:bodyPr rtlCol="0"/>
          <a:lstStyle/>
          <a:p>
            <a:pPr rtl="0"/>
            <a:fld id="{13D2E340-0663-474B-992C-9192B5C45E57}" type="slidenum">
              <a:rPr lang="en-GB" smtClean="0"/>
              <a:t>19</a:t>
            </a:fld>
            <a:endParaRPr lang="en-GB" dirty="0"/>
          </a:p>
        </p:txBody>
      </p:sp>
      <p:sp>
        <p:nvSpPr>
          <p:cNvPr id="41" name="TextBox 40">
            <a:extLst>
              <a:ext uri="{FF2B5EF4-FFF2-40B4-BE49-F238E27FC236}">
                <a16:creationId xmlns:a16="http://schemas.microsoft.com/office/drawing/2014/main" id="{B88E10D4-EDDE-2CBD-7896-AA10D691CF83}"/>
              </a:ext>
            </a:extLst>
          </p:cNvPr>
          <p:cNvSpPr txBox="1"/>
          <p:nvPr/>
        </p:nvSpPr>
        <p:spPr>
          <a:xfrm>
            <a:off x="5181599" y="559678"/>
            <a:ext cx="6602412" cy="5078614"/>
          </a:xfrm>
          <a:prstGeom prst="rect">
            <a:avLst/>
          </a:prstGeom>
          <a:noFill/>
        </p:spPr>
        <p:txBody>
          <a:bodyPr wrap="square" rtlCol="0">
            <a:noAutofit/>
          </a:bodyPr>
          <a:lstStyle/>
          <a:p>
            <a:pPr marL="514350" indent="-51435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Lizbeth’s lie. Lizbeth is hiding an acquaintance, Tom, who is wrongly believed by some murderous gang members to have ratted out one of their gang to the police. A gang member shows up at Lizbeth’s front door, asking her for the whereabouts of Tom. Telling the truth would surely lead to the murder of Tom, and so would (let us suppose) just refusing to answer. So, Lizbeth lies, saying that she doesn’t know where Tom is. </a:t>
            </a:r>
          </a:p>
          <a:p>
            <a:pPr marL="514350" indent="-514350" algn="just">
              <a:buFont typeface="Arial" panose="020B0604020202020204" pitchFamily="34" charset="0"/>
              <a:buChar char="•"/>
            </a:pPr>
            <a:r>
              <a:rPr lang="en-GB" sz="2800" dirty="0">
                <a:effectLst/>
                <a:latin typeface="Times New Roman" panose="02020603050405020304" pitchFamily="18" charset="0"/>
                <a:ea typeface="PMingLiU" panose="02020500000000000000" pitchFamily="18" charset="-120"/>
              </a:rPr>
              <a:t>“The stronger ground of obligation prevails.” (MM 6:224/379). </a:t>
            </a:r>
            <a:endParaRPr lang="en-US" sz="28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3971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5A537-9A1D-91E8-27F8-65A2160C36D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66DAC5C-3521-3B2A-2269-2BCF82023B87}"/>
              </a:ext>
            </a:extLst>
          </p:cNvPr>
          <p:cNvSpPr txBox="1"/>
          <p:nvPr/>
        </p:nvSpPr>
        <p:spPr>
          <a:xfrm>
            <a:off x="5181599" y="655100"/>
            <a:ext cx="6602412" cy="5575012"/>
          </a:xfrm>
          <a:prstGeom prst="rect">
            <a:avLst/>
          </a:prstGeom>
          <a:noFill/>
        </p:spPr>
        <p:txBody>
          <a:bodyPr wrap="square" rtlCol="0">
            <a:noAutofit/>
          </a:bodyPr>
          <a:lstStyle/>
          <a:p>
            <a:pPr marL="457200" indent="-457200" algn="just">
              <a:buFont typeface="Arial" panose="020B0604020202020204" pitchFamily="34" charset="0"/>
              <a:buChar char="•"/>
            </a:pPr>
            <a:r>
              <a:rPr lang="en-GB" sz="3000" dirty="0">
                <a:latin typeface="Times New Roman" panose="02020603050405020304" pitchFamily="18" charset="0"/>
                <a:ea typeface="PMingLiU" panose="02020500000000000000" pitchFamily="18" charset="-120"/>
                <a:cs typeface="Times New Roman" panose="02020603050405020304" pitchFamily="18" charset="0"/>
              </a:rPr>
              <a:t>An action A in C is </a:t>
            </a:r>
            <a:r>
              <a:rPr lang="en-GB" sz="3000" i="1" dirty="0">
                <a:latin typeface="Times New Roman" panose="02020603050405020304" pitchFamily="18" charset="0"/>
                <a:ea typeface="PMingLiU" panose="02020500000000000000" pitchFamily="18" charset="-120"/>
                <a:cs typeface="Times New Roman" panose="02020603050405020304" pitchFamily="18" charset="0"/>
              </a:rPr>
              <a:t>obligatory</a:t>
            </a:r>
            <a:r>
              <a:rPr lang="en-GB" sz="3000" dirty="0">
                <a:latin typeface="Times New Roman" panose="02020603050405020304" pitchFamily="18" charset="0"/>
                <a:ea typeface="PMingLiU" panose="02020500000000000000" pitchFamily="18" charset="-120"/>
                <a:cs typeface="Times New Roman" panose="02020603050405020304" pitchFamily="18" charset="0"/>
              </a:rPr>
              <a:t> </a:t>
            </a:r>
            <a:r>
              <a:rPr lang="en-GB" sz="30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000" dirty="0">
                <a:latin typeface="Times New Roman" panose="02020603050405020304" pitchFamily="18" charset="0"/>
                <a:ea typeface="PMingLiU" panose="02020500000000000000" pitchFamily="18" charset="-120"/>
                <a:cs typeface="Times New Roman" panose="02020603050405020304" pitchFamily="18" charset="0"/>
              </a:rPr>
              <a:t> failing to perform A in C would fail to respect humanity by treating oneself or others merely as means to some non-moral end. </a:t>
            </a:r>
          </a:p>
          <a:p>
            <a:pPr marL="457200" indent="-457200" algn="just">
              <a:buFont typeface="Arial" panose="020B0604020202020204" pitchFamily="34" charset="0"/>
              <a:buChar char="•"/>
            </a:pPr>
            <a:r>
              <a:rPr lang="en-GB" sz="3000" dirty="0">
                <a:latin typeface="Times New Roman" panose="02020603050405020304" pitchFamily="18" charset="0"/>
                <a:ea typeface="PMingLiU" panose="02020500000000000000" pitchFamily="18" charset="-120"/>
                <a:cs typeface="Times New Roman" panose="02020603050405020304" pitchFamily="18" charset="0"/>
              </a:rPr>
              <a:t>An action A in C is </a:t>
            </a:r>
            <a:r>
              <a:rPr lang="en-GB" sz="3000" i="1" dirty="0">
                <a:latin typeface="Times New Roman" panose="02020603050405020304" pitchFamily="18" charset="0"/>
                <a:ea typeface="PMingLiU" panose="02020500000000000000" pitchFamily="18" charset="-120"/>
                <a:cs typeface="Times New Roman" panose="02020603050405020304" pitchFamily="18" charset="0"/>
              </a:rPr>
              <a:t>wrong</a:t>
            </a:r>
            <a:r>
              <a:rPr lang="en-GB" sz="3000" dirty="0">
                <a:latin typeface="Times New Roman" panose="02020603050405020304" pitchFamily="18" charset="0"/>
                <a:ea typeface="PMingLiU" panose="02020500000000000000" pitchFamily="18" charset="-120"/>
                <a:cs typeface="Times New Roman" panose="02020603050405020304" pitchFamily="18" charset="0"/>
              </a:rPr>
              <a:t> </a:t>
            </a:r>
            <a:r>
              <a:rPr lang="en-GB" sz="30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000" dirty="0">
                <a:latin typeface="Times New Roman" panose="02020603050405020304" pitchFamily="18" charset="0"/>
                <a:ea typeface="PMingLiU" panose="02020500000000000000" pitchFamily="18" charset="-120"/>
                <a:cs typeface="Times New Roman" panose="02020603050405020304" pitchFamily="18" charset="0"/>
              </a:rPr>
              <a:t> performing A in C would fail to respect humanity by treating oneself or others merely as means to some non-moral end. </a:t>
            </a:r>
          </a:p>
          <a:p>
            <a:pPr marL="457200" indent="-457200" algn="just">
              <a:buFont typeface="Arial" panose="020B0604020202020204" pitchFamily="34" charset="0"/>
              <a:buChar char="•"/>
            </a:pPr>
            <a:r>
              <a:rPr lang="en-GB" sz="3000" dirty="0">
                <a:latin typeface="Times New Roman" panose="02020603050405020304" pitchFamily="18" charset="0"/>
                <a:ea typeface="PMingLiU" panose="02020500000000000000" pitchFamily="18" charset="-120"/>
                <a:cs typeface="Times New Roman" panose="02020603050405020304" pitchFamily="18" charset="0"/>
              </a:rPr>
              <a:t>An action A in C is </a:t>
            </a:r>
            <a:r>
              <a:rPr lang="en-GB" sz="3000" i="1" dirty="0">
                <a:latin typeface="Times New Roman" panose="02020603050405020304" pitchFamily="18" charset="0"/>
                <a:ea typeface="PMingLiU" panose="02020500000000000000" pitchFamily="18" charset="-120"/>
                <a:cs typeface="Times New Roman" panose="02020603050405020304" pitchFamily="18" charset="0"/>
              </a:rPr>
              <a:t>optional</a:t>
            </a:r>
            <a:r>
              <a:rPr lang="en-GB" sz="3000" dirty="0">
                <a:latin typeface="Times New Roman" panose="02020603050405020304" pitchFamily="18" charset="0"/>
                <a:ea typeface="PMingLiU" panose="02020500000000000000" pitchFamily="18" charset="-120"/>
                <a:cs typeface="Times New Roman" panose="02020603050405020304" pitchFamily="18" charset="0"/>
              </a:rPr>
              <a:t> </a:t>
            </a:r>
            <a:r>
              <a:rPr lang="en-GB" sz="30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000" dirty="0">
                <a:latin typeface="Times New Roman" panose="02020603050405020304" pitchFamily="18" charset="0"/>
                <a:ea typeface="PMingLiU" panose="02020500000000000000" pitchFamily="18" charset="-120"/>
                <a:cs typeface="Times New Roman" panose="02020603050405020304" pitchFamily="18" charset="0"/>
              </a:rPr>
              <a:t> neither performing A in C nor omitting A in C fails to respect humanity.</a:t>
            </a: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9EEBFDC-EDBC-EBEE-1B70-150BD25F4029}"/>
              </a:ext>
            </a:extLst>
          </p:cNvPr>
          <p:cNvSpPr>
            <a:spLocks noGrp="1"/>
          </p:cNvSpPr>
          <p:nvPr>
            <p:ph type="sldNum" sz="quarter" idx="12"/>
          </p:nvPr>
        </p:nvSpPr>
        <p:spPr/>
        <p:txBody>
          <a:bodyPr rtlCol="0"/>
          <a:lstStyle/>
          <a:p>
            <a:pPr rtl="0"/>
            <a:fld id="{13D2E340-0663-474B-992C-9192B5C45E57}" type="slidenum">
              <a:rPr lang="en-GB" smtClean="0"/>
              <a:t>20</a:t>
            </a:fld>
            <a:endParaRPr lang="en-GB"/>
          </a:p>
        </p:txBody>
      </p:sp>
      <p:sp>
        <p:nvSpPr>
          <p:cNvPr id="2" name="Title 1">
            <a:extLst>
              <a:ext uri="{FF2B5EF4-FFF2-40B4-BE49-F238E27FC236}">
                <a16:creationId xmlns:a16="http://schemas.microsoft.com/office/drawing/2014/main" id="{249CF4A4-AE42-7028-DBC2-DC7EDBE050C0}"/>
              </a:ext>
            </a:extLst>
          </p:cNvPr>
          <p:cNvSpPr txBox="1">
            <a:spLocks/>
          </p:cNvSpPr>
          <p:nvPr/>
        </p:nvSpPr>
        <p:spPr>
          <a:xfrm>
            <a:off x="407989" y="1220984"/>
            <a:ext cx="4065328" cy="2221622"/>
          </a:xfrm>
          <a:prstGeom prst="rect">
            <a:avLst/>
          </a:prstGeom>
        </p:spPr>
        <p:txBody>
          <a:bodyPr vert="horz" lIns="91440" tIns="45720" rIns="91440" bIns="45720" rtlCol="0" anchor="t">
            <a:normAutofit fontScale="925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US" sz="4000" b="1" dirty="0"/>
              <a:t>Theory of Right Conduct: Humanity Formulation</a:t>
            </a:r>
            <a:endParaRPr lang="en-GB" sz="4000" dirty="0"/>
          </a:p>
        </p:txBody>
      </p:sp>
    </p:spTree>
    <p:extLst>
      <p:ext uri="{BB962C8B-B14F-4D97-AF65-F5344CB8AC3E}">
        <p14:creationId xmlns:p14="http://schemas.microsoft.com/office/powerpoint/2010/main" val="3789438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13E18-EBC3-2D27-14E6-99E0E4BAA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A5ACE7-0E15-3196-FDAC-24B9577BF959}"/>
              </a:ext>
            </a:extLst>
          </p:cNvPr>
          <p:cNvSpPr>
            <a:spLocks noGrp="1"/>
          </p:cNvSpPr>
          <p:nvPr>
            <p:ph type="title"/>
          </p:nvPr>
        </p:nvSpPr>
        <p:spPr>
          <a:xfrm>
            <a:off x="762000" y="559678"/>
            <a:ext cx="3833906" cy="1726322"/>
          </a:xfrm>
        </p:spPr>
        <p:txBody>
          <a:bodyPr rtlCol="0">
            <a:noAutofit/>
          </a:bodyPr>
          <a:lstStyle/>
          <a:p>
            <a:r>
              <a:rPr lang="en-GB" sz="4400" b="1" dirty="0"/>
              <a:t>Formula of Universal Law</a:t>
            </a:r>
            <a:endParaRPr lang="en-GB" sz="4400" dirty="0"/>
          </a:p>
        </p:txBody>
      </p:sp>
      <p:sp>
        <p:nvSpPr>
          <p:cNvPr id="10" name="Slide Number Placeholder 9">
            <a:extLst>
              <a:ext uri="{FF2B5EF4-FFF2-40B4-BE49-F238E27FC236}">
                <a16:creationId xmlns:a16="http://schemas.microsoft.com/office/drawing/2014/main" id="{F29414A8-B973-6E1E-0510-28438641B7E4}"/>
              </a:ext>
            </a:extLst>
          </p:cNvPr>
          <p:cNvSpPr>
            <a:spLocks noGrp="1"/>
          </p:cNvSpPr>
          <p:nvPr>
            <p:ph type="sldNum" sz="quarter" idx="12"/>
          </p:nvPr>
        </p:nvSpPr>
        <p:spPr/>
        <p:txBody>
          <a:bodyPr rtlCol="0"/>
          <a:lstStyle/>
          <a:p>
            <a:pPr rtl="0"/>
            <a:fld id="{13D2E340-0663-474B-992C-9192B5C45E57}" type="slidenum">
              <a:rPr lang="en-GB" smtClean="0"/>
              <a:t>21</a:t>
            </a:fld>
            <a:endParaRPr lang="en-GB"/>
          </a:p>
        </p:txBody>
      </p:sp>
      <p:sp>
        <p:nvSpPr>
          <p:cNvPr id="41" name="TextBox 40">
            <a:extLst>
              <a:ext uri="{FF2B5EF4-FFF2-40B4-BE49-F238E27FC236}">
                <a16:creationId xmlns:a16="http://schemas.microsoft.com/office/drawing/2014/main" id="{945F29C5-5612-1AB7-BD6D-24E5E05CB034}"/>
              </a:ext>
            </a:extLst>
          </p:cNvPr>
          <p:cNvSpPr txBox="1"/>
          <p:nvPr/>
        </p:nvSpPr>
        <p:spPr>
          <a:xfrm>
            <a:off x="5181599" y="559678"/>
            <a:ext cx="6602412" cy="5078614"/>
          </a:xfrm>
          <a:prstGeom prst="rect">
            <a:avLst/>
          </a:prstGeom>
          <a:noFill/>
        </p:spPr>
        <p:txBody>
          <a:bodyPr wrap="square" rtlCol="0">
            <a:noAutofit/>
          </a:bodyPr>
          <a:lstStyle/>
          <a:p>
            <a:pPr algn="just"/>
            <a:r>
              <a:rPr lang="en-GB" sz="3200" i="1" dirty="0">
                <a:effectLst/>
                <a:latin typeface="Times New Roman" panose="02020603050405020304" pitchFamily="18" charset="0"/>
                <a:ea typeface="PMingLiU" panose="02020500000000000000" pitchFamily="18" charset="-120"/>
              </a:rPr>
              <a:t>“Act only according to that maxim through which you can at the same time will that it become a universal law” (G, 4:421/73). </a:t>
            </a:r>
          </a:p>
          <a:p>
            <a:pPr marL="457200" indent="-4572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FH: a fundamental criterion of right action </a:t>
            </a:r>
          </a:p>
          <a:p>
            <a:pPr marL="457200" indent="-457200" algn="just">
              <a:buFont typeface="Arial" panose="020B0604020202020204" pitchFamily="34" charset="0"/>
              <a:buChar char="•"/>
            </a:pPr>
            <a:r>
              <a:rPr lang="en-GB" sz="3200" dirty="0">
                <a:effectLst/>
                <a:latin typeface="Times New Roman" panose="02020603050405020304" pitchFamily="18" charset="0"/>
                <a:ea typeface="PMingLiU" panose="02020500000000000000" pitchFamily="18" charset="-120"/>
              </a:rPr>
              <a:t>FUL: a decision procedure to guide moral deliberation</a:t>
            </a:r>
          </a:p>
          <a:p>
            <a:pPr marL="457200" indent="-457200" algn="just">
              <a:buFont typeface="Arial" panose="020B0604020202020204" pitchFamily="34" charset="0"/>
              <a:buChar char="•"/>
            </a:pPr>
            <a:r>
              <a:rPr lang="en-US" sz="3200" dirty="0">
                <a:effectLst/>
                <a:latin typeface="Times New Roman" panose="02020603050405020304" pitchFamily="18" charset="0"/>
                <a:ea typeface="PMingLiU" panose="02020500000000000000" pitchFamily="18" charset="-120"/>
              </a:rPr>
              <a:t>Maxim: </a:t>
            </a:r>
            <a:r>
              <a:rPr lang="en-GB" sz="3200" dirty="0">
                <a:effectLst/>
                <a:latin typeface="Times New Roman" panose="02020603050405020304" pitchFamily="18" charset="0"/>
                <a:ea typeface="PMingLiU" panose="02020500000000000000" pitchFamily="18" charset="-120"/>
              </a:rPr>
              <a:t>“a subjective principle of volition” (G, 4:402n/56) on which an agent acts whenever she acts intentionally.</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969508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24D30-4A97-4170-4D76-DA46E13FD2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7FF3659-2CD3-6A5A-BE31-5D2E04EF2111}"/>
              </a:ext>
            </a:extLst>
          </p:cNvPr>
          <p:cNvSpPr txBox="1"/>
          <p:nvPr/>
        </p:nvSpPr>
        <p:spPr>
          <a:xfrm>
            <a:off x="5181599" y="655100"/>
            <a:ext cx="6602412" cy="5575012"/>
          </a:xfrm>
          <a:prstGeom prst="rect">
            <a:avLst/>
          </a:prstGeom>
          <a:noFill/>
        </p:spPr>
        <p:txBody>
          <a:bodyPr wrap="square" rtlCol="0">
            <a:noAutofit/>
          </a:bodyPr>
          <a:lstStyle/>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General semantic form of maxim: </a:t>
            </a:r>
          </a:p>
          <a:p>
            <a:pPr lvl="1" algn="just"/>
            <a:r>
              <a:rPr lang="en-GB" sz="3600" dirty="0">
                <a:latin typeface="Times New Roman" panose="02020603050405020304" pitchFamily="18" charset="0"/>
                <a:ea typeface="PMingLiU" panose="02020500000000000000" pitchFamily="18" charset="-120"/>
                <a:cs typeface="Times New Roman" panose="02020603050405020304" pitchFamily="18" charset="0"/>
              </a:rPr>
              <a:t>I will ________, if/when ________ in order to ________.</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Maxim of commission:</a:t>
            </a:r>
          </a:p>
          <a:p>
            <a:r>
              <a:rPr lang="en-GB" sz="3600" dirty="0">
                <a:latin typeface="Times New Roman" panose="02020603050405020304" pitchFamily="18" charset="0"/>
                <a:ea typeface="PMingLiU" panose="02020500000000000000" pitchFamily="18" charset="-120"/>
                <a:cs typeface="Times New Roman" panose="02020603050405020304" pitchFamily="18" charset="0"/>
              </a:rPr>
              <a:t>	I will keep my promise 	whenever ________. </a:t>
            </a:r>
          </a:p>
          <a:p>
            <a:pPr marL="457200" indent="-457200">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Maxim of omission:</a:t>
            </a:r>
          </a:p>
          <a:p>
            <a:r>
              <a:rPr lang="en-GB" sz="3600" dirty="0">
                <a:latin typeface="Times New Roman" panose="02020603050405020304" pitchFamily="18" charset="0"/>
                <a:ea typeface="PMingLiU" panose="02020500000000000000" pitchFamily="18" charset="-120"/>
                <a:cs typeface="Times New Roman" panose="02020603050405020304" pitchFamily="18" charset="0"/>
              </a:rPr>
              <a:t>	I will omit to keep my promise 	whenever ________. </a:t>
            </a:r>
          </a:p>
          <a:p>
            <a:pPr marL="457200" indent="-457200">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8D6918F-D619-C92B-A73E-18F9946F2AFC}"/>
              </a:ext>
            </a:extLst>
          </p:cNvPr>
          <p:cNvSpPr>
            <a:spLocks noGrp="1"/>
          </p:cNvSpPr>
          <p:nvPr>
            <p:ph type="sldNum" sz="quarter" idx="12"/>
          </p:nvPr>
        </p:nvSpPr>
        <p:spPr/>
        <p:txBody>
          <a:bodyPr rtlCol="0"/>
          <a:lstStyle/>
          <a:p>
            <a:pPr rtl="0"/>
            <a:fld id="{13D2E340-0663-474B-992C-9192B5C45E57}" type="slidenum">
              <a:rPr lang="en-GB" smtClean="0"/>
              <a:t>22</a:t>
            </a:fld>
            <a:endParaRPr lang="en-GB"/>
          </a:p>
        </p:txBody>
      </p:sp>
      <p:sp>
        <p:nvSpPr>
          <p:cNvPr id="2" name="Title 1">
            <a:extLst>
              <a:ext uri="{FF2B5EF4-FFF2-40B4-BE49-F238E27FC236}">
                <a16:creationId xmlns:a16="http://schemas.microsoft.com/office/drawing/2014/main" id="{8A5FA522-67F3-2C81-9E3B-3F81F5AF57CC}"/>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Formula of Universal Law</a:t>
            </a:r>
            <a:endParaRPr lang="en-GB" sz="4000" dirty="0"/>
          </a:p>
        </p:txBody>
      </p:sp>
    </p:spTree>
    <p:extLst>
      <p:ext uri="{BB962C8B-B14F-4D97-AF65-F5344CB8AC3E}">
        <p14:creationId xmlns:p14="http://schemas.microsoft.com/office/powerpoint/2010/main" val="3415641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7A5D2-D622-F613-1393-42A9CAD75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B5C65-FF5F-977F-F427-C5CC7A194594}"/>
              </a:ext>
            </a:extLst>
          </p:cNvPr>
          <p:cNvSpPr>
            <a:spLocks noGrp="1"/>
          </p:cNvSpPr>
          <p:nvPr>
            <p:ph type="title"/>
          </p:nvPr>
        </p:nvSpPr>
        <p:spPr>
          <a:xfrm>
            <a:off x="762000" y="559678"/>
            <a:ext cx="3833906" cy="1732948"/>
          </a:xfrm>
        </p:spPr>
        <p:txBody>
          <a:bodyPr rtlCol="0">
            <a:noAutofit/>
          </a:bodyPr>
          <a:lstStyle/>
          <a:p>
            <a:r>
              <a:rPr lang="en-GB" sz="4400" b="1" dirty="0"/>
              <a:t>Formula of the Law of Nature</a:t>
            </a:r>
            <a:endParaRPr lang="en-GB" sz="4400" dirty="0"/>
          </a:p>
        </p:txBody>
      </p:sp>
      <p:sp>
        <p:nvSpPr>
          <p:cNvPr id="10" name="Slide Number Placeholder 9">
            <a:extLst>
              <a:ext uri="{FF2B5EF4-FFF2-40B4-BE49-F238E27FC236}">
                <a16:creationId xmlns:a16="http://schemas.microsoft.com/office/drawing/2014/main" id="{8DCA3335-0C21-9B5E-0B30-40645F6AE419}"/>
              </a:ext>
            </a:extLst>
          </p:cNvPr>
          <p:cNvSpPr>
            <a:spLocks noGrp="1"/>
          </p:cNvSpPr>
          <p:nvPr>
            <p:ph type="sldNum" sz="quarter" idx="12"/>
          </p:nvPr>
        </p:nvSpPr>
        <p:spPr/>
        <p:txBody>
          <a:bodyPr rtlCol="0"/>
          <a:lstStyle/>
          <a:p>
            <a:pPr rtl="0"/>
            <a:fld id="{13D2E340-0663-474B-992C-9192B5C45E57}" type="slidenum">
              <a:rPr lang="en-GB" smtClean="0"/>
              <a:t>23</a:t>
            </a:fld>
            <a:endParaRPr lang="en-GB"/>
          </a:p>
        </p:txBody>
      </p:sp>
      <p:sp>
        <p:nvSpPr>
          <p:cNvPr id="41" name="TextBox 40">
            <a:extLst>
              <a:ext uri="{FF2B5EF4-FFF2-40B4-BE49-F238E27FC236}">
                <a16:creationId xmlns:a16="http://schemas.microsoft.com/office/drawing/2014/main" id="{66F8A85F-AE7A-5498-41A3-80DC5DAC0BA3}"/>
              </a:ext>
            </a:extLst>
          </p:cNvPr>
          <p:cNvSpPr txBox="1"/>
          <p:nvPr/>
        </p:nvSpPr>
        <p:spPr>
          <a:xfrm>
            <a:off x="5181599" y="559678"/>
            <a:ext cx="6602412" cy="5078614"/>
          </a:xfrm>
          <a:prstGeom prst="rect">
            <a:avLst/>
          </a:prstGeom>
          <a:noFill/>
        </p:spPr>
        <p:txBody>
          <a:bodyPr wrap="square" rtlCol="0">
            <a:noAutofit/>
          </a:bodyPr>
          <a:lstStyle/>
          <a:p>
            <a:pPr algn="just"/>
            <a:r>
              <a:rPr lang="en-GB" sz="3600" i="1" dirty="0">
                <a:effectLst/>
                <a:latin typeface="Times New Roman" panose="02020603050405020304" pitchFamily="18" charset="0"/>
                <a:ea typeface="PMingLiU" panose="02020500000000000000" pitchFamily="18" charset="-120"/>
              </a:rPr>
              <a:t>“So act as if the maxim of your action were to become by your will a universal law of nature” (G, 4:421/73).</a:t>
            </a:r>
          </a:p>
          <a:p>
            <a:pPr marL="457200" indent="-457200" algn="just">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FUL/FLN gives what is commonly called “the universalizability test.”</a:t>
            </a:r>
          </a:p>
          <a:p>
            <a:pPr marL="457200" indent="-457200" algn="just">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To say that a maxim is universalizable is to say that it can be consistently willed as a law of nature. </a:t>
            </a:r>
            <a:endParaRPr lang="en-US" sz="36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47545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7625E-4C4F-02E1-4917-2DC8780E0D9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0A9061F-CC9E-A55A-FBB5-27FAFA26EEC4}"/>
              </a:ext>
            </a:extLst>
          </p:cNvPr>
          <p:cNvSpPr txBox="1"/>
          <p:nvPr/>
        </p:nvSpPr>
        <p:spPr>
          <a:xfrm>
            <a:off x="5181599" y="655100"/>
            <a:ext cx="6602412" cy="5575012"/>
          </a:xfrm>
          <a:prstGeom prst="rect">
            <a:avLst/>
          </a:prstGeom>
          <a:noFill/>
        </p:spPr>
        <p:txBody>
          <a:bodyPr wrap="square" rtlCol="0">
            <a:noAutofit/>
          </a:bodyPr>
          <a:lstStyle/>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An action A in C is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obligatory</a:t>
            </a:r>
            <a:r>
              <a:rPr lang="en-GB" sz="3200" dirty="0">
                <a:latin typeface="Times New Roman" panose="02020603050405020304" pitchFamily="18" charset="0"/>
                <a:ea typeface="PMingLiU" panose="02020500000000000000" pitchFamily="18" charset="-120"/>
                <a:cs typeface="Times New Roman" panose="02020603050405020304" pitchFamily="18" charset="0"/>
              </a:rPr>
              <a:t> </a:t>
            </a:r>
            <a:r>
              <a:rPr lang="en-GB" sz="32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200" dirty="0">
                <a:latin typeface="Times New Roman" panose="02020603050405020304" pitchFamily="18" charset="0"/>
                <a:ea typeface="PMingLiU" panose="02020500000000000000" pitchFamily="18" charset="-120"/>
                <a:cs typeface="Times New Roman" panose="02020603050405020304" pitchFamily="18" charset="0"/>
              </a:rPr>
              <a:t> one cannot universalize the maxim of omission associated with A in C.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An action A in C is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wrong</a:t>
            </a:r>
            <a:r>
              <a:rPr lang="en-GB" sz="3200" dirty="0">
                <a:latin typeface="Times New Roman" panose="02020603050405020304" pitchFamily="18" charset="0"/>
                <a:ea typeface="PMingLiU" panose="02020500000000000000" pitchFamily="18" charset="-120"/>
                <a:cs typeface="Times New Roman" panose="02020603050405020304" pitchFamily="18" charset="0"/>
              </a:rPr>
              <a:t> </a:t>
            </a:r>
            <a:r>
              <a:rPr lang="en-GB" sz="32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200" dirty="0">
                <a:latin typeface="Times New Roman" panose="02020603050405020304" pitchFamily="18" charset="0"/>
                <a:ea typeface="PMingLiU" panose="02020500000000000000" pitchFamily="18" charset="-120"/>
                <a:cs typeface="Times New Roman" panose="02020603050405020304" pitchFamily="18" charset="0"/>
              </a:rPr>
              <a:t> one cannot universalize the maxim of commission associated with A in C. </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An action A in C is </a:t>
            </a:r>
            <a:r>
              <a:rPr lang="en-GB" sz="3200" i="1" dirty="0">
                <a:latin typeface="Times New Roman" panose="02020603050405020304" pitchFamily="18" charset="0"/>
                <a:ea typeface="PMingLiU" panose="02020500000000000000" pitchFamily="18" charset="-120"/>
                <a:cs typeface="Times New Roman" panose="02020603050405020304" pitchFamily="18" charset="0"/>
              </a:rPr>
              <a:t>optional</a:t>
            </a:r>
            <a:r>
              <a:rPr lang="en-GB" sz="3200" dirty="0">
                <a:latin typeface="Times New Roman" panose="02020603050405020304" pitchFamily="18" charset="0"/>
                <a:ea typeface="PMingLiU" panose="02020500000000000000" pitchFamily="18" charset="-120"/>
                <a:cs typeface="Times New Roman" panose="02020603050405020304" pitchFamily="18" charset="0"/>
              </a:rPr>
              <a:t> </a:t>
            </a:r>
            <a:r>
              <a:rPr lang="en-GB" sz="3200" dirty="0" err="1">
                <a:latin typeface="Times New Roman" panose="02020603050405020304" pitchFamily="18" charset="0"/>
                <a:ea typeface="PMingLiU" panose="02020500000000000000" pitchFamily="18" charset="-120"/>
                <a:cs typeface="Times New Roman" panose="02020603050405020304" pitchFamily="18" charset="0"/>
              </a:rPr>
              <a:t>iff</a:t>
            </a:r>
            <a:r>
              <a:rPr lang="en-GB" sz="3200" dirty="0">
                <a:latin typeface="Times New Roman" panose="02020603050405020304" pitchFamily="18" charset="0"/>
                <a:ea typeface="PMingLiU" panose="02020500000000000000" pitchFamily="18" charset="-120"/>
                <a:cs typeface="Times New Roman" panose="02020603050405020304" pitchFamily="18" charset="0"/>
              </a:rPr>
              <a:t> one can universalize the maxims of commission and omission associated with A. </a:t>
            </a: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F029B2A-E26E-D201-9251-9A06B9817E62}"/>
              </a:ext>
            </a:extLst>
          </p:cNvPr>
          <p:cNvSpPr>
            <a:spLocks noGrp="1"/>
          </p:cNvSpPr>
          <p:nvPr>
            <p:ph type="sldNum" sz="quarter" idx="12"/>
          </p:nvPr>
        </p:nvSpPr>
        <p:spPr/>
        <p:txBody>
          <a:bodyPr rtlCol="0"/>
          <a:lstStyle/>
          <a:p>
            <a:pPr rtl="0"/>
            <a:fld id="{13D2E340-0663-474B-992C-9192B5C45E57}" type="slidenum">
              <a:rPr lang="en-GB" smtClean="0"/>
              <a:t>24</a:t>
            </a:fld>
            <a:endParaRPr lang="en-GB"/>
          </a:p>
        </p:txBody>
      </p:sp>
      <p:sp>
        <p:nvSpPr>
          <p:cNvPr id="2" name="Title 1">
            <a:extLst>
              <a:ext uri="{FF2B5EF4-FFF2-40B4-BE49-F238E27FC236}">
                <a16:creationId xmlns:a16="http://schemas.microsoft.com/office/drawing/2014/main" id="{A1088CF0-B752-103E-0B2A-D1946C7AA729}"/>
              </a:ext>
            </a:extLst>
          </p:cNvPr>
          <p:cNvSpPr txBox="1">
            <a:spLocks/>
          </p:cNvSpPr>
          <p:nvPr/>
        </p:nvSpPr>
        <p:spPr>
          <a:xfrm>
            <a:off x="407989" y="887896"/>
            <a:ext cx="4065328" cy="2554710"/>
          </a:xfrm>
          <a:prstGeom prst="rect">
            <a:avLst/>
          </a:prstGeom>
        </p:spPr>
        <p:txBody>
          <a:bodyPr vert="horz" lIns="91440" tIns="45720" rIns="91440" bIns="45720" rtlCol="0" anchor="t">
            <a:normAutofit lnSpcReduction="10000"/>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Theory of Right Conduct: Formula of Universal Law </a:t>
            </a:r>
            <a:endParaRPr lang="en-GB" sz="4000" dirty="0"/>
          </a:p>
        </p:txBody>
      </p:sp>
    </p:spTree>
    <p:extLst>
      <p:ext uri="{BB962C8B-B14F-4D97-AF65-F5344CB8AC3E}">
        <p14:creationId xmlns:p14="http://schemas.microsoft.com/office/powerpoint/2010/main" val="2832138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E954D-BCAE-1CD9-2710-0F5E8EA9F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A78A7-4CD6-369D-BB40-5F4DE5DA385E}"/>
              </a:ext>
            </a:extLst>
          </p:cNvPr>
          <p:cNvSpPr>
            <a:spLocks noGrp="1"/>
          </p:cNvSpPr>
          <p:nvPr>
            <p:ph type="title"/>
          </p:nvPr>
        </p:nvSpPr>
        <p:spPr>
          <a:xfrm>
            <a:off x="762000" y="559678"/>
            <a:ext cx="3833906" cy="1732948"/>
          </a:xfrm>
        </p:spPr>
        <p:txBody>
          <a:bodyPr rtlCol="0">
            <a:noAutofit/>
          </a:bodyPr>
          <a:lstStyle/>
          <a:p>
            <a:r>
              <a:rPr lang="en-GB" sz="4400" b="1" dirty="0"/>
              <a:t>The False-Promising Example</a:t>
            </a:r>
            <a:endParaRPr lang="en-GB" sz="4400" dirty="0"/>
          </a:p>
        </p:txBody>
      </p:sp>
      <p:sp>
        <p:nvSpPr>
          <p:cNvPr id="10" name="Slide Number Placeholder 9">
            <a:extLst>
              <a:ext uri="{FF2B5EF4-FFF2-40B4-BE49-F238E27FC236}">
                <a16:creationId xmlns:a16="http://schemas.microsoft.com/office/drawing/2014/main" id="{D44F4FE5-AB7F-D0BF-1F25-36E65DEFE97E}"/>
              </a:ext>
            </a:extLst>
          </p:cNvPr>
          <p:cNvSpPr>
            <a:spLocks noGrp="1"/>
          </p:cNvSpPr>
          <p:nvPr>
            <p:ph type="sldNum" sz="quarter" idx="12"/>
          </p:nvPr>
        </p:nvSpPr>
        <p:spPr/>
        <p:txBody>
          <a:bodyPr rtlCol="0"/>
          <a:lstStyle/>
          <a:p>
            <a:pPr rtl="0"/>
            <a:fld id="{13D2E340-0663-474B-992C-9192B5C45E57}" type="slidenum">
              <a:rPr lang="en-GB" smtClean="0"/>
              <a:t>25</a:t>
            </a:fld>
            <a:endParaRPr lang="en-GB"/>
          </a:p>
        </p:txBody>
      </p:sp>
      <p:sp>
        <p:nvSpPr>
          <p:cNvPr id="41" name="TextBox 40">
            <a:extLst>
              <a:ext uri="{FF2B5EF4-FFF2-40B4-BE49-F238E27FC236}">
                <a16:creationId xmlns:a16="http://schemas.microsoft.com/office/drawing/2014/main" id="{E218D743-36EB-E5AE-8C46-D96CC36B2E76}"/>
              </a:ext>
            </a:extLst>
          </p:cNvPr>
          <p:cNvSpPr txBox="1"/>
          <p:nvPr/>
        </p:nvSpPr>
        <p:spPr>
          <a:xfrm>
            <a:off x="5181599" y="559678"/>
            <a:ext cx="6602412" cy="5078614"/>
          </a:xfrm>
          <a:prstGeom prst="rect">
            <a:avLst/>
          </a:prstGeom>
          <a:noFill/>
        </p:spPr>
        <p:txBody>
          <a:bodyPr wrap="square" rtlCol="0">
            <a:noAutofit/>
          </a:bodyPr>
          <a:lstStyle/>
          <a:p>
            <a:pPr algn="just"/>
            <a:r>
              <a:rPr lang="en-US" sz="3200" dirty="0">
                <a:latin typeface="Times New Roman" panose="02020603050405020304" pitchFamily="18" charset="0"/>
                <a:ea typeface="PMingLiU" panose="02020500000000000000" pitchFamily="18" charset="-120"/>
              </a:rPr>
              <a:t>“</a:t>
            </a:r>
            <a:r>
              <a:rPr lang="en-GB" sz="3200" dirty="0">
                <a:latin typeface="Times New Roman" panose="02020603050405020304" pitchFamily="18" charset="0"/>
                <a:ea typeface="PMingLiU" panose="02020500000000000000" pitchFamily="18" charset="-120"/>
              </a:rPr>
              <a:t>Imagine someone who finds himself urged by need to borrow money. He well knows that he will not be able to repay it but sees also that nothing will be lent him unless he promises to repay it within a determinate time. He would like to make such a promise, but he still has enough conscience to ask himself, is it not forbidden and contrary to duty to help oneself out of need in such a way?” (G, 4:422/74) </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647990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72589-2F9B-40F3-3772-E6A7AC8E588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B882E51-487D-263E-0AA2-EA5F356A5F11}"/>
              </a:ext>
            </a:extLst>
          </p:cNvPr>
          <p:cNvSpPr txBox="1"/>
          <p:nvPr/>
        </p:nvSpPr>
        <p:spPr>
          <a:xfrm>
            <a:off x="5181599" y="655100"/>
            <a:ext cx="6602412" cy="5575012"/>
          </a:xfrm>
          <a:prstGeom prst="rect">
            <a:avLst/>
          </a:prstGeom>
          <a:noFill/>
        </p:spPr>
        <p:txBody>
          <a:bodyPr wrap="square" rtlCol="0">
            <a:noAutofit/>
          </a:bodyPr>
          <a:lstStyle/>
          <a:p>
            <a:pPr algn="just"/>
            <a:r>
              <a:rPr lang="en-US" sz="3200" dirty="0">
                <a:latin typeface="Times New Roman" panose="02020603050405020304" pitchFamily="18" charset="0"/>
                <a:ea typeface="PMingLiU" panose="02020500000000000000" pitchFamily="18" charset="-120"/>
                <a:cs typeface="Times New Roman" panose="02020603050405020304" pitchFamily="18" charset="0"/>
              </a:rPr>
              <a:t>C</a:t>
            </a:r>
            <a:r>
              <a:rPr lang="en-GB" sz="3200" dirty="0" err="1">
                <a:latin typeface="Times New Roman" panose="02020603050405020304" pitchFamily="18" charset="0"/>
                <a:ea typeface="PMingLiU" panose="02020500000000000000" pitchFamily="18" charset="-120"/>
                <a:cs typeface="Times New Roman" panose="02020603050405020304" pitchFamily="18" charset="0"/>
              </a:rPr>
              <a:t>onsider</a:t>
            </a:r>
            <a:r>
              <a:rPr lang="en-GB" sz="3200" dirty="0">
                <a:latin typeface="Times New Roman" panose="02020603050405020304" pitchFamily="18" charset="0"/>
                <a:ea typeface="PMingLiU" panose="02020500000000000000" pitchFamily="18" charset="-120"/>
                <a:cs typeface="Times New Roman" panose="02020603050405020304" pitchFamily="18" charset="0"/>
              </a:rPr>
              <a:t> a maxim of selfishness: </a:t>
            </a:r>
          </a:p>
          <a:p>
            <a:pPr marL="457200" indent="-457200" algn="just">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cs typeface="Times New Roman" panose="02020603050405020304" pitchFamily="18" charset="0"/>
              </a:rPr>
              <a:t>I will refrain from helping those in need whenever I can help, even though I am well off. </a:t>
            </a:r>
          </a:p>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It seems to be universalizable without landing us into a contradiction. </a:t>
            </a:r>
          </a:p>
          <a:p>
            <a:pPr marL="457200" indent="-457200" algn="just">
              <a:buFont typeface="Arial" panose="020B0604020202020204" pitchFamily="34" charset="0"/>
              <a:buChar char="•"/>
            </a:pPr>
            <a:r>
              <a:rPr lang="en-US" sz="3200" dirty="0">
                <a:latin typeface="Times New Roman" panose="02020603050405020304" pitchFamily="18" charset="0"/>
                <a:ea typeface="PMingLiU" panose="02020500000000000000" pitchFamily="18" charset="-120"/>
                <a:cs typeface="Times New Roman" panose="02020603050405020304" pitchFamily="18" charset="0"/>
              </a:rPr>
              <a:t>However, it fails FLN by conflicting with a maxim of rationality:</a:t>
            </a:r>
          </a:p>
          <a:p>
            <a:pPr marL="914400" lvl="1" indent="-457200" algn="just">
              <a:buFont typeface="Arial" panose="020B0604020202020204" pitchFamily="34" charset="0"/>
              <a:buChar char="•"/>
            </a:pPr>
            <a:r>
              <a:rPr lang="en-GB" sz="3200" i="1" dirty="0">
                <a:latin typeface="Times New Roman" panose="02020603050405020304" pitchFamily="18" charset="0"/>
                <a:ea typeface="PMingLiU" panose="02020500000000000000" pitchFamily="18" charset="-120"/>
                <a:cs typeface="Times New Roman" panose="02020603050405020304" pitchFamily="18" charset="0"/>
              </a:rPr>
              <a:t>I will to be helped whenever I am in need and others who are well off can help me. </a:t>
            </a:r>
            <a:endParaRPr lang="en-US" sz="3200" i="1" dirty="0">
              <a:latin typeface="Times New Roman" panose="02020603050405020304" pitchFamily="18" charset="0"/>
              <a:ea typeface="PMingLiU" panose="02020500000000000000" pitchFamily="18" charset="-120"/>
              <a:cs typeface="Times New Roman" panose="02020603050405020304" pitchFamily="18" charset="0"/>
            </a:endParaRPr>
          </a:p>
          <a:p>
            <a:pPr marL="457200" indent="-457200" algn="just">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E3B391A-84E8-56FB-374B-F504927FD53B}"/>
              </a:ext>
            </a:extLst>
          </p:cNvPr>
          <p:cNvSpPr>
            <a:spLocks noGrp="1"/>
          </p:cNvSpPr>
          <p:nvPr>
            <p:ph type="sldNum" sz="quarter" idx="12"/>
          </p:nvPr>
        </p:nvSpPr>
        <p:spPr/>
        <p:txBody>
          <a:bodyPr rtlCol="0"/>
          <a:lstStyle/>
          <a:p>
            <a:pPr rtl="0"/>
            <a:fld id="{13D2E340-0663-474B-992C-9192B5C45E57}" type="slidenum">
              <a:rPr lang="en-GB" smtClean="0"/>
              <a:t>26</a:t>
            </a:fld>
            <a:endParaRPr lang="en-GB"/>
          </a:p>
        </p:txBody>
      </p:sp>
      <p:sp>
        <p:nvSpPr>
          <p:cNvPr id="2" name="Title 1">
            <a:extLst>
              <a:ext uri="{FF2B5EF4-FFF2-40B4-BE49-F238E27FC236}">
                <a16:creationId xmlns:a16="http://schemas.microsoft.com/office/drawing/2014/main" id="{AEE991F1-942D-9F12-B970-7EA1C12AE200}"/>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The Selfishness Example</a:t>
            </a:r>
            <a:endParaRPr lang="en-GB" sz="4000" dirty="0"/>
          </a:p>
        </p:txBody>
      </p:sp>
    </p:spTree>
    <p:extLst>
      <p:ext uri="{BB962C8B-B14F-4D97-AF65-F5344CB8AC3E}">
        <p14:creationId xmlns:p14="http://schemas.microsoft.com/office/powerpoint/2010/main" val="1755375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24719-513F-4BB9-07DB-974BFC83F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5E812-5B2E-3EBF-6CD1-6FC29E78F111}"/>
              </a:ext>
            </a:extLst>
          </p:cNvPr>
          <p:cNvSpPr>
            <a:spLocks noGrp="1"/>
          </p:cNvSpPr>
          <p:nvPr>
            <p:ph type="title"/>
          </p:nvPr>
        </p:nvSpPr>
        <p:spPr>
          <a:xfrm>
            <a:off x="407989" y="559677"/>
            <a:ext cx="4187917" cy="1918479"/>
          </a:xfrm>
        </p:spPr>
        <p:txBody>
          <a:bodyPr rtlCol="0">
            <a:noAutofit/>
          </a:bodyPr>
          <a:lstStyle/>
          <a:p>
            <a:r>
              <a:rPr lang="en-GB" sz="4000" b="1" dirty="0"/>
              <a:t>Remarks</a:t>
            </a:r>
            <a:endParaRPr lang="en-GB" sz="4000" dirty="0"/>
          </a:p>
        </p:txBody>
      </p:sp>
      <p:sp>
        <p:nvSpPr>
          <p:cNvPr id="10" name="Slide Number Placeholder 9">
            <a:extLst>
              <a:ext uri="{FF2B5EF4-FFF2-40B4-BE49-F238E27FC236}">
                <a16:creationId xmlns:a16="http://schemas.microsoft.com/office/drawing/2014/main" id="{4368AAD4-CAC2-B65B-CF2D-0AE6E51B5244}"/>
              </a:ext>
            </a:extLst>
          </p:cNvPr>
          <p:cNvSpPr>
            <a:spLocks noGrp="1"/>
          </p:cNvSpPr>
          <p:nvPr>
            <p:ph type="sldNum" sz="quarter" idx="12"/>
          </p:nvPr>
        </p:nvSpPr>
        <p:spPr/>
        <p:txBody>
          <a:bodyPr rtlCol="0"/>
          <a:lstStyle/>
          <a:p>
            <a:pPr rtl="0"/>
            <a:fld id="{13D2E340-0663-474B-992C-9192B5C45E57}" type="slidenum">
              <a:rPr lang="en-GB" smtClean="0"/>
              <a:t>27</a:t>
            </a:fld>
            <a:endParaRPr lang="en-GB" dirty="0"/>
          </a:p>
        </p:txBody>
      </p:sp>
      <p:sp>
        <p:nvSpPr>
          <p:cNvPr id="41" name="TextBox 40">
            <a:extLst>
              <a:ext uri="{FF2B5EF4-FFF2-40B4-BE49-F238E27FC236}">
                <a16:creationId xmlns:a16="http://schemas.microsoft.com/office/drawing/2014/main" id="{BA09B85E-C631-0292-4A98-8F636F22155D}"/>
              </a:ext>
            </a:extLst>
          </p:cNvPr>
          <p:cNvSpPr txBox="1"/>
          <p:nvPr/>
        </p:nvSpPr>
        <p:spPr>
          <a:xfrm>
            <a:off x="5181599" y="559678"/>
            <a:ext cx="6602412" cy="5078614"/>
          </a:xfrm>
          <a:prstGeom prst="rect">
            <a:avLst/>
          </a:prstGeom>
          <a:noFill/>
        </p:spPr>
        <p:txBody>
          <a:bodyPr wrap="square" rtlCol="0">
            <a:noAutofit/>
          </a:bodyPr>
          <a:lstStyle/>
          <a:p>
            <a:pPr marL="514350" indent="-514350" algn="just">
              <a:buFont typeface="+mj-lt"/>
              <a:buAutoNum type="arabicPeriod"/>
            </a:pPr>
            <a:r>
              <a:rPr lang="en-US" sz="3600" dirty="0">
                <a:latin typeface="Times New Roman" panose="02020603050405020304" pitchFamily="18" charset="0"/>
                <a:ea typeface="PMingLiU" panose="02020500000000000000" pitchFamily="18" charset="-120"/>
              </a:rPr>
              <a:t>The universalizability test ≠ rule consequentialism</a:t>
            </a:r>
          </a:p>
          <a:p>
            <a:pPr marL="514350" indent="-514350" algn="just">
              <a:buFont typeface="+mj-lt"/>
              <a:buAutoNum type="arabicPeriod"/>
            </a:pPr>
            <a:r>
              <a:rPr lang="en-US" sz="3600" dirty="0">
                <a:latin typeface="Times New Roman" panose="02020603050405020304" pitchFamily="18" charset="0"/>
                <a:ea typeface="PMingLiU" panose="02020500000000000000" pitchFamily="18" charset="-120"/>
              </a:rPr>
              <a:t>FH and FLN (or FUL) are not obviously equivalent. </a:t>
            </a:r>
          </a:p>
          <a:p>
            <a:pPr marL="457200" indent="-457200" algn="just">
              <a:buFont typeface="Arial" panose="020B0604020202020204" pitchFamily="34" charset="0"/>
              <a:buChar char="•"/>
            </a:pP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2048634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98BE-B794-319F-205D-9AD553B1BA9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B200257-6B5A-C064-D738-D67283D68249}"/>
              </a:ext>
            </a:extLst>
          </p:cNvPr>
          <p:cNvSpPr txBox="1"/>
          <p:nvPr/>
        </p:nvSpPr>
        <p:spPr>
          <a:xfrm>
            <a:off x="5181599" y="655100"/>
            <a:ext cx="6602412" cy="5575012"/>
          </a:xfrm>
          <a:prstGeom prst="rect">
            <a:avLst/>
          </a:prstGeom>
          <a:noFill/>
        </p:spPr>
        <p:txBody>
          <a:bodyPr wrap="square" rtlCol="0">
            <a:noAutofit/>
          </a:bodyPr>
          <a:lstStyle/>
          <a:p>
            <a:pPr marL="514350" indent="-514350" algn="just">
              <a:buFont typeface="+mj-lt"/>
              <a:buAutoNum type="arabicPeriod"/>
            </a:pPr>
            <a:r>
              <a:rPr lang="en-US" sz="3600" i="1" dirty="0">
                <a:latin typeface="Times New Roman" panose="02020603050405020304" pitchFamily="18" charset="0"/>
                <a:ea typeface="PMingLiU" panose="02020500000000000000" pitchFamily="18" charset="-120"/>
                <a:cs typeface="Times New Roman" panose="02020603050405020304" pitchFamily="18" charset="0"/>
              </a:rPr>
              <a:t>False negative</a:t>
            </a:r>
          </a:p>
          <a:p>
            <a:pPr marL="514350" indent="-51435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Maxim: Whenever the stock market climbs another two hundred points, I will withdraw all of my savings from my bank account. </a:t>
            </a:r>
          </a:p>
          <a:p>
            <a:pPr marL="514350" indent="-51435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Presumably not universalizable, hence not morally permissible</a:t>
            </a:r>
          </a:p>
          <a:p>
            <a:pPr marL="514350" indent="-51435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But intuitively speaking, it does not seem to be morally wrong. </a:t>
            </a:r>
          </a:p>
          <a:p>
            <a:pPr marL="514350" indent="-514350" algn="just">
              <a:buFont typeface="Arial" panose="020B0604020202020204" pitchFamily="34" charset="0"/>
              <a:buChar char="•"/>
            </a:pPr>
            <a:endParaRPr lang="en-US" sz="3200" dirty="0">
              <a:latin typeface="Times New Roman" panose="02020603050405020304" pitchFamily="18" charset="0"/>
              <a:ea typeface="PMingLiU" panose="02020500000000000000" pitchFamily="18" charset="-12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8369E58-58A3-E899-5489-A7CA537A56CE}"/>
              </a:ext>
            </a:extLst>
          </p:cNvPr>
          <p:cNvSpPr>
            <a:spLocks noGrp="1"/>
          </p:cNvSpPr>
          <p:nvPr>
            <p:ph type="sldNum" sz="quarter" idx="12"/>
          </p:nvPr>
        </p:nvSpPr>
        <p:spPr/>
        <p:txBody>
          <a:bodyPr rtlCol="0"/>
          <a:lstStyle/>
          <a:p>
            <a:pPr rtl="0"/>
            <a:fld id="{13D2E340-0663-474B-992C-9192B5C45E57}" type="slidenum">
              <a:rPr lang="en-GB" smtClean="0"/>
              <a:t>28</a:t>
            </a:fld>
            <a:endParaRPr lang="en-GB" dirty="0"/>
          </a:p>
        </p:txBody>
      </p:sp>
      <p:sp>
        <p:nvSpPr>
          <p:cNvPr id="2" name="Title 1">
            <a:extLst>
              <a:ext uri="{FF2B5EF4-FFF2-40B4-BE49-F238E27FC236}">
                <a16:creationId xmlns:a16="http://schemas.microsoft.com/office/drawing/2014/main" id="{C175F018-B928-4DB2-780C-C4B23669F106}"/>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Possible Objections</a:t>
            </a:r>
            <a:endParaRPr lang="en-GB" sz="4000" dirty="0"/>
          </a:p>
        </p:txBody>
      </p:sp>
    </p:spTree>
    <p:extLst>
      <p:ext uri="{BB962C8B-B14F-4D97-AF65-F5344CB8AC3E}">
        <p14:creationId xmlns:p14="http://schemas.microsoft.com/office/powerpoint/2010/main" val="172242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414D-715C-E56A-ACE1-04FCDA24E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6A713-D3E8-7324-7275-B0002F681F63}"/>
              </a:ext>
            </a:extLst>
          </p:cNvPr>
          <p:cNvSpPr>
            <a:spLocks noGrp="1"/>
          </p:cNvSpPr>
          <p:nvPr>
            <p:ph type="title"/>
          </p:nvPr>
        </p:nvSpPr>
        <p:spPr>
          <a:xfrm>
            <a:off x="407989" y="559677"/>
            <a:ext cx="4187917" cy="1918479"/>
          </a:xfrm>
        </p:spPr>
        <p:txBody>
          <a:bodyPr rtlCol="0">
            <a:noAutofit/>
          </a:bodyPr>
          <a:lstStyle/>
          <a:p>
            <a:r>
              <a:rPr lang="en-GB" sz="4000" b="1" dirty="0"/>
              <a:t>Possible Objections</a:t>
            </a:r>
            <a:br>
              <a:rPr lang="en-GB" sz="4000" dirty="0"/>
            </a:br>
            <a:endParaRPr lang="en-GB" sz="4000" dirty="0"/>
          </a:p>
        </p:txBody>
      </p:sp>
      <p:sp>
        <p:nvSpPr>
          <p:cNvPr id="10" name="Slide Number Placeholder 9">
            <a:extLst>
              <a:ext uri="{FF2B5EF4-FFF2-40B4-BE49-F238E27FC236}">
                <a16:creationId xmlns:a16="http://schemas.microsoft.com/office/drawing/2014/main" id="{17F62A4A-BFF2-83E9-47C7-B9057F6CCDB4}"/>
              </a:ext>
            </a:extLst>
          </p:cNvPr>
          <p:cNvSpPr>
            <a:spLocks noGrp="1"/>
          </p:cNvSpPr>
          <p:nvPr>
            <p:ph type="sldNum" sz="quarter" idx="12"/>
          </p:nvPr>
        </p:nvSpPr>
        <p:spPr/>
        <p:txBody>
          <a:bodyPr rtlCol="0"/>
          <a:lstStyle/>
          <a:p>
            <a:pPr rtl="0"/>
            <a:fld id="{13D2E340-0663-474B-992C-9192B5C45E57}" type="slidenum">
              <a:rPr lang="en-GB" smtClean="0"/>
              <a:t>29</a:t>
            </a:fld>
            <a:endParaRPr lang="en-GB" dirty="0"/>
          </a:p>
        </p:txBody>
      </p:sp>
      <p:sp>
        <p:nvSpPr>
          <p:cNvPr id="41" name="TextBox 40">
            <a:extLst>
              <a:ext uri="{FF2B5EF4-FFF2-40B4-BE49-F238E27FC236}">
                <a16:creationId xmlns:a16="http://schemas.microsoft.com/office/drawing/2014/main" id="{4BC1FA5A-6028-034D-88BC-672E625D92A8}"/>
              </a:ext>
            </a:extLst>
          </p:cNvPr>
          <p:cNvSpPr txBox="1"/>
          <p:nvPr/>
        </p:nvSpPr>
        <p:spPr>
          <a:xfrm>
            <a:off x="5181599" y="559678"/>
            <a:ext cx="6602412" cy="5078614"/>
          </a:xfrm>
          <a:prstGeom prst="rect">
            <a:avLst/>
          </a:prstGeom>
          <a:noFill/>
        </p:spPr>
        <p:txBody>
          <a:bodyPr wrap="square" rtlCol="0">
            <a:noAutofit/>
          </a:bodyPr>
          <a:lstStyle/>
          <a:p>
            <a:pPr marL="742950" indent="-742950" algn="just">
              <a:buFont typeface="+mj-lt"/>
              <a:buAutoNum type="arabicPeriod" startAt="2"/>
            </a:pPr>
            <a:r>
              <a:rPr lang="en-US" sz="3600" i="1" dirty="0">
                <a:latin typeface="Times New Roman" panose="02020603050405020304" pitchFamily="18" charset="0"/>
                <a:ea typeface="PMingLiU" panose="02020500000000000000" pitchFamily="18" charset="-120"/>
              </a:rPr>
              <a:t>False positive</a:t>
            </a:r>
          </a:p>
          <a:p>
            <a:pPr marL="457200" indent="-457200" algn="just">
              <a:buFont typeface="Arial" panose="020B0604020202020204" pitchFamily="34" charset="0"/>
              <a:buChar char="•"/>
            </a:pPr>
            <a:r>
              <a:rPr lang="en-GB" sz="3600" dirty="0">
                <a:effectLst/>
                <a:latin typeface="Times New Roman" panose="02020603050405020304" pitchFamily="18" charset="0"/>
                <a:ea typeface="PMingLiU" panose="02020500000000000000" pitchFamily="18" charset="-120"/>
              </a:rPr>
              <a:t>Maxim: I will get money on a false promise whenever it is March 8 and </a:t>
            </a:r>
            <a:r>
              <a:rPr lang="en-GB" sz="3600" dirty="0">
                <a:latin typeface="Times New Roman" panose="02020603050405020304" pitchFamily="18" charset="0"/>
                <a:ea typeface="PMingLiU" panose="02020500000000000000" pitchFamily="18" charset="-120"/>
              </a:rPr>
              <a:t>I</a:t>
            </a:r>
            <a:r>
              <a:rPr lang="en-GB" sz="3600" dirty="0">
                <a:effectLst/>
                <a:latin typeface="Times New Roman" panose="02020603050405020304" pitchFamily="18" charset="0"/>
                <a:ea typeface="PMingLiU" panose="02020500000000000000" pitchFamily="18" charset="-120"/>
              </a:rPr>
              <a:t> can get it from someone named Igor </a:t>
            </a:r>
            <a:r>
              <a:rPr lang="en-GB" sz="3600" dirty="0" err="1">
                <a:effectLst/>
                <a:latin typeface="Times New Roman" panose="02020603050405020304" pitchFamily="18" charset="0"/>
                <a:ea typeface="PMingLiU" panose="02020500000000000000" pitchFamily="18" charset="-120"/>
              </a:rPr>
              <a:t>Cycz</a:t>
            </a:r>
            <a:r>
              <a:rPr lang="en-GB" sz="3600" dirty="0">
                <a:effectLst/>
                <a:latin typeface="Times New Roman" panose="02020603050405020304" pitchFamily="18" charset="0"/>
                <a:ea typeface="PMingLiU" panose="02020500000000000000" pitchFamily="18" charset="-120"/>
              </a:rPr>
              <a:t> to buy a metal detector.</a:t>
            </a:r>
          </a:p>
          <a:p>
            <a:pPr marL="457200" indent="-457200" algn="just">
              <a:buFont typeface="Arial" panose="020B0604020202020204" pitchFamily="34" charset="0"/>
              <a:buChar char="•"/>
            </a:pPr>
            <a:r>
              <a:rPr lang="en-US" sz="3600" dirty="0">
                <a:latin typeface="Times New Roman" panose="02020603050405020304" pitchFamily="18" charset="0"/>
                <a:ea typeface="PMingLiU" panose="02020500000000000000" pitchFamily="18" charset="-120"/>
              </a:rPr>
              <a:t>Presumably u</a:t>
            </a:r>
            <a:r>
              <a:rPr lang="en-US" sz="3600" dirty="0">
                <a:effectLst/>
                <a:latin typeface="Times New Roman" panose="02020603050405020304" pitchFamily="18" charset="0"/>
                <a:ea typeface="PMingLiU" panose="02020500000000000000" pitchFamily="18" charset="-120"/>
              </a:rPr>
              <a:t>niversalizable, hence morally permissible. </a:t>
            </a:r>
          </a:p>
          <a:p>
            <a:pPr marL="457200" indent="-45720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But intuitively speaking, it seems to be morally wrong. </a:t>
            </a:r>
          </a:p>
          <a:p>
            <a:pPr marL="457200" indent="-457200" algn="just">
              <a:buFont typeface="Arial" panose="020B0604020202020204" pitchFamily="34" charset="0"/>
              <a:buChar char="•"/>
            </a:pP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526700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00AA8-BE57-621D-57E0-D2E964E3CB8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1415C95-6DF2-7F59-AE2C-91C7B2111771}"/>
              </a:ext>
            </a:extLst>
          </p:cNvPr>
          <p:cNvSpPr txBox="1"/>
          <p:nvPr/>
        </p:nvSpPr>
        <p:spPr>
          <a:xfrm>
            <a:off x="5181599" y="655100"/>
            <a:ext cx="6602412" cy="5575012"/>
          </a:xfrm>
          <a:prstGeom prst="rect">
            <a:avLst/>
          </a:prstGeom>
          <a:noFill/>
        </p:spPr>
        <p:txBody>
          <a:bodyPr wrap="square" rtlCol="0">
            <a:noAutofit/>
          </a:bodyPr>
          <a:lstStyle/>
          <a:p>
            <a:pPr marL="514350" indent="-514350" algn="just">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Autonomy has intrinsic unconditional value (dignity).</a:t>
            </a:r>
          </a:p>
          <a:p>
            <a:pPr marL="514350" indent="-514350" algn="just">
              <a:buFont typeface="Arial" panose="020B0604020202020204" pitchFamily="34" charset="0"/>
              <a:buChar char="•"/>
            </a:pPr>
            <a:r>
              <a:rPr lang="en-US" sz="3600" dirty="0">
                <a:latin typeface="Times New Roman" panose="02020603050405020304" pitchFamily="18" charset="0"/>
                <a:ea typeface="PMingLiU" panose="02020500000000000000" pitchFamily="18" charset="-120"/>
                <a:cs typeface="Times New Roman" panose="02020603050405020304" pitchFamily="18" charset="0"/>
              </a:rPr>
              <a:t>Since all persons are autonomous, they have equal value:</a:t>
            </a:r>
          </a:p>
          <a:p>
            <a:pPr marL="514350" indent="-51435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One “cannot deny all respect to even a vicious man as a human being...even though by his deeds he makes himself unworthy of it” (MM 6: 463/580). </a:t>
            </a:r>
          </a:p>
        </p:txBody>
      </p:sp>
      <p:sp>
        <p:nvSpPr>
          <p:cNvPr id="5" name="Slide Number Placeholder 4">
            <a:extLst>
              <a:ext uri="{FF2B5EF4-FFF2-40B4-BE49-F238E27FC236}">
                <a16:creationId xmlns:a16="http://schemas.microsoft.com/office/drawing/2014/main" id="{C4A0F1AB-AEFE-B751-9452-882C92B9FE4A}"/>
              </a:ext>
            </a:extLst>
          </p:cNvPr>
          <p:cNvSpPr>
            <a:spLocks noGrp="1"/>
          </p:cNvSpPr>
          <p:nvPr>
            <p:ph type="sldNum" sz="quarter" idx="12"/>
          </p:nvPr>
        </p:nvSpPr>
        <p:spPr/>
        <p:txBody>
          <a:bodyPr rtlCol="0"/>
          <a:lstStyle/>
          <a:p>
            <a:pPr rtl="0"/>
            <a:fld id="{13D2E340-0663-474B-992C-9192B5C45E57}" type="slidenum">
              <a:rPr lang="en-GB" smtClean="0"/>
              <a:t>30</a:t>
            </a:fld>
            <a:endParaRPr lang="en-GB" dirty="0"/>
          </a:p>
        </p:txBody>
      </p:sp>
      <p:sp>
        <p:nvSpPr>
          <p:cNvPr id="2" name="Title 1">
            <a:extLst>
              <a:ext uri="{FF2B5EF4-FFF2-40B4-BE49-F238E27FC236}">
                <a16:creationId xmlns:a16="http://schemas.microsoft.com/office/drawing/2014/main" id="{93E3809B-CDAE-1D18-CDA3-3F698A2930FB}"/>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Moral Worth</a:t>
            </a:r>
            <a:endParaRPr lang="en-GB" sz="4000" dirty="0"/>
          </a:p>
        </p:txBody>
      </p:sp>
    </p:spTree>
    <p:extLst>
      <p:ext uri="{BB962C8B-B14F-4D97-AF65-F5344CB8AC3E}">
        <p14:creationId xmlns:p14="http://schemas.microsoft.com/office/powerpoint/2010/main" val="1991936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A174-2880-6B73-54AD-11C5FE367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DD216-1E01-A39E-5852-C5D66B6B19E3}"/>
              </a:ext>
            </a:extLst>
          </p:cNvPr>
          <p:cNvSpPr>
            <a:spLocks noGrp="1"/>
          </p:cNvSpPr>
          <p:nvPr>
            <p:ph type="title"/>
          </p:nvPr>
        </p:nvSpPr>
        <p:spPr>
          <a:xfrm>
            <a:off x="407989" y="559677"/>
            <a:ext cx="4187917" cy="1706445"/>
          </a:xfrm>
        </p:spPr>
        <p:txBody>
          <a:bodyPr rtlCol="0">
            <a:noAutofit/>
          </a:bodyPr>
          <a:lstStyle/>
          <a:p>
            <a:r>
              <a:rPr lang="en-GB" sz="4000" b="1" dirty="0"/>
              <a:t>Moral Worth</a:t>
            </a:r>
            <a:endParaRPr lang="en-GB" sz="4000" dirty="0"/>
          </a:p>
        </p:txBody>
      </p:sp>
      <p:sp>
        <p:nvSpPr>
          <p:cNvPr id="10" name="Slide Number Placeholder 9">
            <a:extLst>
              <a:ext uri="{FF2B5EF4-FFF2-40B4-BE49-F238E27FC236}">
                <a16:creationId xmlns:a16="http://schemas.microsoft.com/office/drawing/2014/main" id="{9C156B6D-1AF2-6CDC-2D05-6001E1DE7597}"/>
              </a:ext>
            </a:extLst>
          </p:cNvPr>
          <p:cNvSpPr>
            <a:spLocks noGrp="1"/>
          </p:cNvSpPr>
          <p:nvPr>
            <p:ph type="sldNum" sz="quarter" idx="12"/>
          </p:nvPr>
        </p:nvSpPr>
        <p:spPr/>
        <p:txBody>
          <a:bodyPr rtlCol="0"/>
          <a:lstStyle/>
          <a:p>
            <a:pPr rtl="0"/>
            <a:fld id="{13D2E340-0663-474B-992C-9192B5C45E57}" type="slidenum">
              <a:rPr lang="en-GB" smtClean="0"/>
              <a:t>31</a:t>
            </a:fld>
            <a:endParaRPr lang="en-GB" dirty="0"/>
          </a:p>
        </p:txBody>
      </p:sp>
      <p:sp>
        <p:nvSpPr>
          <p:cNvPr id="41" name="TextBox 40">
            <a:extLst>
              <a:ext uri="{FF2B5EF4-FFF2-40B4-BE49-F238E27FC236}">
                <a16:creationId xmlns:a16="http://schemas.microsoft.com/office/drawing/2014/main" id="{4DDA981B-F1F8-D6CC-6E8A-EDB0FDA8FAE1}"/>
              </a:ext>
            </a:extLst>
          </p:cNvPr>
          <p:cNvSpPr txBox="1"/>
          <p:nvPr/>
        </p:nvSpPr>
        <p:spPr>
          <a:xfrm>
            <a:off x="5181599" y="559678"/>
            <a:ext cx="6602412" cy="5078614"/>
          </a:xfrm>
          <a:prstGeom prst="rect">
            <a:avLst/>
          </a:prstGeom>
          <a:noFill/>
        </p:spPr>
        <p:txBody>
          <a:bodyPr wrap="square" rtlCol="0">
            <a:noAutofit/>
          </a:bodyPr>
          <a:lstStyle/>
          <a:p>
            <a:pPr algn="just"/>
            <a:r>
              <a:rPr lang="en-US" sz="3600" i="1" dirty="0">
                <a:effectLst/>
                <a:latin typeface="Times New Roman" panose="02020603050405020304" pitchFamily="18" charset="0"/>
                <a:ea typeface="PMingLiU" panose="02020500000000000000" pitchFamily="18" charset="-120"/>
              </a:rPr>
              <a:t>What makes a virtuous person:</a:t>
            </a:r>
          </a:p>
          <a:p>
            <a:pPr marL="514350" indent="-514350" algn="just">
              <a:buFont typeface="+mj-lt"/>
              <a:buAutoNum type="arabicPeriod"/>
            </a:pPr>
            <a:r>
              <a:rPr lang="en-GB" sz="3600" dirty="0">
                <a:latin typeface="Times New Roman" panose="02020603050405020304" pitchFamily="18" charset="0"/>
                <a:ea typeface="PMingLiU" panose="02020500000000000000" pitchFamily="18" charset="-120"/>
              </a:rPr>
              <a:t>D</a:t>
            </a:r>
            <a:r>
              <a:rPr lang="en-GB" sz="3600" dirty="0">
                <a:effectLst/>
                <a:latin typeface="Times New Roman" panose="02020603050405020304" pitchFamily="18" charset="0"/>
                <a:ea typeface="PMingLiU" panose="02020500000000000000" pitchFamily="18" charset="-120"/>
              </a:rPr>
              <a:t>isposed to act from the sole motive of duty whenever duty calls (=good will)</a:t>
            </a:r>
          </a:p>
          <a:p>
            <a:pPr marL="514350" indent="-514350" algn="just">
              <a:buFont typeface="+mj-lt"/>
              <a:buAutoNum type="arabicPeriod"/>
            </a:pPr>
            <a:r>
              <a:rPr lang="en-GB" sz="3600" dirty="0">
                <a:latin typeface="Times New Roman" panose="02020603050405020304" pitchFamily="18" charset="0"/>
                <a:ea typeface="PMingLiU" panose="02020500000000000000" pitchFamily="18" charset="-120"/>
              </a:rPr>
              <a:t>A</a:t>
            </a:r>
            <a:r>
              <a:rPr lang="en-GB" sz="3600" dirty="0">
                <a:effectLst/>
                <a:latin typeface="Times New Roman" panose="02020603050405020304" pitchFamily="18" charset="0"/>
                <a:ea typeface="PMingLiU" panose="02020500000000000000" pitchFamily="18" charset="-120"/>
              </a:rPr>
              <a:t>ble to act consistently from a good will, which requires an inner strength enabling one to resist the temptation to transgress the requirements of duty</a:t>
            </a:r>
            <a:endParaRPr lang="en-US" sz="36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205634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6D0D-600A-0112-F7A0-4CF90E6F977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C894652-CDCB-4CD6-B47F-E700A6805800}"/>
              </a:ext>
            </a:extLst>
          </p:cNvPr>
          <p:cNvSpPr txBox="1"/>
          <p:nvPr/>
        </p:nvSpPr>
        <p:spPr>
          <a:xfrm>
            <a:off x="5181599" y="655100"/>
            <a:ext cx="6602412" cy="5575012"/>
          </a:xfrm>
          <a:prstGeom prst="rect">
            <a:avLst/>
          </a:prstGeom>
          <a:noFill/>
        </p:spPr>
        <p:txBody>
          <a:bodyPr wrap="square" rtlCol="0">
            <a:noAutofit/>
          </a:bodyPr>
          <a:lstStyle/>
          <a:p>
            <a:pPr algn="just"/>
            <a:r>
              <a:rPr lang="en-US" sz="3600" dirty="0">
                <a:latin typeface="Times New Roman" panose="02020603050405020304" pitchFamily="18" charset="0"/>
                <a:ea typeface="PMingLiU" panose="02020500000000000000" pitchFamily="18" charset="-120"/>
                <a:cs typeface="Times New Roman" panose="02020603050405020304" pitchFamily="18" charset="0"/>
              </a:rPr>
              <a:t>Two components: </a:t>
            </a:r>
          </a:p>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cs typeface="Times New Roman" panose="02020603050405020304" pitchFamily="18" charset="0"/>
              </a:rPr>
              <a:t>The possession of virtuous character </a:t>
            </a:r>
          </a:p>
          <a:p>
            <a:pPr marL="742950" indent="-742950" algn="just">
              <a:buFont typeface="+mj-lt"/>
              <a:buAutoNum type="arabicPeriod"/>
            </a:pPr>
            <a:r>
              <a:rPr lang="en-GB" sz="3600" dirty="0">
                <a:latin typeface="Times New Roman" panose="02020603050405020304" pitchFamily="18" charset="0"/>
                <a:ea typeface="PMingLiU" panose="02020500000000000000" pitchFamily="18" charset="-120"/>
                <a:cs typeface="Times New Roman" panose="02020603050405020304" pitchFamily="18" charset="0"/>
              </a:rPr>
              <a:t>Happiness befitting one’s virtuous character</a:t>
            </a:r>
          </a:p>
          <a:p>
            <a:pPr marL="742950" indent="-742950" algn="just">
              <a:buFont typeface="Arial" panose="020B0604020202020204" pitchFamily="34" charset="0"/>
              <a:buChar char="•"/>
            </a:pPr>
            <a:r>
              <a:rPr lang="en-GB" sz="3600" dirty="0">
                <a:latin typeface="Times New Roman" panose="02020603050405020304" pitchFamily="18" charset="0"/>
                <a:ea typeface="PMingLiU" panose="02020500000000000000" pitchFamily="18" charset="-120"/>
                <a:cs typeface="Times New Roman" panose="02020603050405020304" pitchFamily="18" charset="0"/>
              </a:rPr>
              <a:t>“An impartial rational spectator can take no delight in seeing the uninterrupted prosperity of a being graced with no feature of a pure and good will” (G, 4:393/49). </a:t>
            </a:r>
          </a:p>
        </p:txBody>
      </p:sp>
      <p:sp>
        <p:nvSpPr>
          <p:cNvPr id="5" name="Slide Number Placeholder 4">
            <a:extLst>
              <a:ext uri="{FF2B5EF4-FFF2-40B4-BE49-F238E27FC236}">
                <a16:creationId xmlns:a16="http://schemas.microsoft.com/office/drawing/2014/main" id="{66148F84-2FF2-CCEA-DAEC-AF2EB71019EF}"/>
              </a:ext>
            </a:extLst>
          </p:cNvPr>
          <p:cNvSpPr>
            <a:spLocks noGrp="1"/>
          </p:cNvSpPr>
          <p:nvPr>
            <p:ph type="sldNum" sz="quarter" idx="12"/>
          </p:nvPr>
        </p:nvSpPr>
        <p:spPr/>
        <p:txBody>
          <a:bodyPr rtlCol="0"/>
          <a:lstStyle/>
          <a:p>
            <a:pPr rtl="0"/>
            <a:fld id="{13D2E340-0663-474B-992C-9192B5C45E57}" type="slidenum">
              <a:rPr lang="en-GB" smtClean="0"/>
              <a:t>32</a:t>
            </a:fld>
            <a:endParaRPr lang="en-GB" dirty="0"/>
          </a:p>
        </p:txBody>
      </p:sp>
      <p:sp>
        <p:nvSpPr>
          <p:cNvPr id="2" name="Title 1">
            <a:extLst>
              <a:ext uri="{FF2B5EF4-FFF2-40B4-BE49-F238E27FC236}">
                <a16:creationId xmlns:a16="http://schemas.microsoft.com/office/drawing/2014/main" id="{1D446761-010A-D7FF-0050-18DF2BD68B28}"/>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The Highest Good </a:t>
            </a:r>
            <a:endParaRPr lang="en-GB" sz="4000" dirty="0"/>
          </a:p>
        </p:txBody>
      </p:sp>
    </p:spTree>
    <p:extLst>
      <p:ext uri="{BB962C8B-B14F-4D97-AF65-F5344CB8AC3E}">
        <p14:creationId xmlns:p14="http://schemas.microsoft.com/office/powerpoint/2010/main" val="2159137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7AF69-EF92-A989-D249-BD0ADAFA3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F2C35-2C37-52D2-03E5-97E16894F68A}"/>
              </a:ext>
            </a:extLst>
          </p:cNvPr>
          <p:cNvSpPr>
            <a:spLocks noGrp="1"/>
          </p:cNvSpPr>
          <p:nvPr>
            <p:ph type="title"/>
          </p:nvPr>
        </p:nvSpPr>
        <p:spPr>
          <a:xfrm>
            <a:off x="407989" y="559677"/>
            <a:ext cx="4187917" cy="1706445"/>
          </a:xfrm>
        </p:spPr>
        <p:txBody>
          <a:bodyPr rtlCol="0">
            <a:noAutofit/>
          </a:bodyPr>
          <a:lstStyle/>
          <a:p>
            <a:r>
              <a:rPr lang="en-GB" sz="4000" b="1" dirty="0"/>
              <a:t>Immortality as a Practical Postulate</a:t>
            </a:r>
            <a:endParaRPr lang="en-GB" sz="4000" dirty="0"/>
          </a:p>
        </p:txBody>
      </p:sp>
      <p:sp>
        <p:nvSpPr>
          <p:cNvPr id="10" name="Slide Number Placeholder 9">
            <a:extLst>
              <a:ext uri="{FF2B5EF4-FFF2-40B4-BE49-F238E27FC236}">
                <a16:creationId xmlns:a16="http://schemas.microsoft.com/office/drawing/2014/main" id="{95A66023-CED3-7CCB-6816-AA7915488567}"/>
              </a:ext>
            </a:extLst>
          </p:cNvPr>
          <p:cNvSpPr>
            <a:spLocks noGrp="1"/>
          </p:cNvSpPr>
          <p:nvPr>
            <p:ph type="sldNum" sz="quarter" idx="12"/>
          </p:nvPr>
        </p:nvSpPr>
        <p:spPr/>
        <p:txBody>
          <a:bodyPr rtlCol="0"/>
          <a:lstStyle/>
          <a:p>
            <a:pPr rtl="0"/>
            <a:fld id="{13D2E340-0663-474B-992C-9192B5C45E57}" type="slidenum">
              <a:rPr lang="en-GB" smtClean="0"/>
              <a:t>33</a:t>
            </a:fld>
            <a:endParaRPr lang="en-GB" dirty="0"/>
          </a:p>
        </p:txBody>
      </p:sp>
      <p:sp>
        <p:nvSpPr>
          <p:cNvPr id="41" name="TextBox 40">
            <a:extLst>
              <a:ext uri="{FF2B5EF4-FFF2-40B4-BE49-F238E27FC236}">
                <a16:creationId xmlns:a16="http://schemas.microsoft.com/office/drawing/2014/main" id="{7C8E0873-D925-7E66-BDEC-D55B614BCD7B}"/>
              </a:ext>
            </a:extLst>
          </p:cNvPr>
          <p:cNvSpPr txBox="1"/>
          <p:nvPr/>
        </p:nvSpPr>
        <p:spPr>
          <a:xfrm>
            <a:off x="5181599" y="559678"/>
            <a:ext cx="6602412" cy="5078614"/>
          </a:xfrm>
          <a:prstGeom prst="rect">
            <a:avLst/>
          </a:prstGeom>
          <a:noFill/>
        </p:spPr>
        <p:txBody>
          <a:bodyPr wrap="square" rtlCol="0">
            <a:noAutofit/>
          </a:bodyPr>
          <a:lstStyle/>
          <a:p>
            <a:pPr algn="just"/>
            <a:r>
              <a:rPr lang="en-GB" sz="3200" dirty="0">
                <a:effectLst/>
                <a:latin typeface="Times New Roman" panose="02020603050405020304" pitchFamily="18" charset="0"/>
                <a:ea typeface="PMingLiU" panose="02020500000000000000" pitchFamily="18" charset="-120"/>
              </a:rPr>
              <a:t>“[t]his endless progress is, however, possible only on the presupposition of the existence and personality of the same rational being continuing endlessly (which is called immortality of the soul). hence the highest good is practically possible only on the presupposition of the immortality of the soul, so that this, as inseparably connected with the moral law, is a postulate of pure practical reason” (CPR, 5:122/236).</a:t>
            </a:r>
            <a:endParaRPr lang="en-US" sz="3200" dirty="0">
              <a:effectLst/>
              <a:latin typeface="Times New Roman" panose="02020603050405020304" pitchFamily="18" charset="0"/>
              <a:ea typeface="PMingLiU" panose="02020500000000000000" pitchFamily="18" charset="-120"/>
            </a:endParaRPr>
          </a:p>
        </p:txBody>
      </p:sp>
    </p:spTree>
    <p:extLst>
      <p:ext uri="{BB962C8B-B14F-4D97-AF65-F5344CB8AC3E}">
        <p14:creationId xmlns:p14="http://schemas.microsoft.com/office/powerpoint/2010/main" val="1962417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D2D48-EFBA-2124-50AE-A86E60E3317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3BA9828-F878-B26A-D8F3-AF3721D4F73E}"/>
              </a:ext>
            </a:extLst>
          </p:cNvPr>
          <p:cNvSpPr txBox="1"/>
          <p:nvPr/>
        </p:nvSpPr>
        <p:spPr>
          <a:xfrm>
            <a:off x="5181599" y="655100"/>
            <a:ext cx="6602412" cy="5575012"/>
          </a:xfrm>
          <a:prstGeom prst="rect">
            <a:avLst/>
          </a:prstGeom>
          <a:noFill/>
        </p:spPr>
        <p:txBody>
          <a:bodyPr wrap="square" rtlCol="0">
            <a:noAutofit/>
          </a:bodyPr>
          <a:lstStyle/>
          <a:p>
            <a:pPr algn="just"/>
            <a:r>
              <a:rPr lang="en-GB" sz="3200" dirty="0">
                <a:latin typeface="Times New Roman" panose="02020603050405020304" pitchFamily="18" charset="0"/>
                <a:ea typeface="PMingLiU" panose="02020500000000000000" pitchFamily="18" charset="-120"/>
                <a:cs typeface="Times New Roman" panose="02020603050405020304" pitchFamily="18" charset="0"/>
              </a:rPr>
              <a:t>“The supposition of the existence of a cause adequate to this effect [happiness as befitting one’s virtue], that is, it must postulate the existence of God as belonging necessarily to the possibility of the highest good” (CPR, 5:124/240, bracketed remark inserted).</a:t>
            </a:r>
          </a:p>
          <a:p>
            <a:pPr marL="457200" indent="-457200" algn="just">
              <a:buFont typeface="Arial" panose="020B0604020202020204" pitchFamily="34" charset="0"/>
              <a:buChar char="•"/>
            </a:pPr>
            <a:r>
              <a:rPr lang="en-GB" sz="3200" dirty="0">
                <a:latin typeface="Times New Roman" panose="02020603050405020304" pitchFamily="18" charset="0"/>
                <a:ea typeface="PMingLiU" panose="02020500000000000000" pitchFamily="18" charset="-120"/>
                <a:cs typeface="Times New Roman" panose="02020603050405020304" pitchFamily="18" charset="0"/>
              </a:rPr>
              <a:t>However, Kant also insists that human beings cannot “cognize” such things because they are not possible objects of sense experience. </a:t>
            </a:r>
          </a:p>
        </p:txBody>
      </p:sp>
      <p:sp>
        <p:nvSpPr>
          <p:cNvPr id="5" name="Slide Number Placeholder 4">
            <a:extLst>
              <a:ext uri="{FF2B5EF4-FFF2-40B4-BE49-F238E27FC236}">
                <a16:creationId xmlns:a16="http://schemas.microsoft.com/office/drawing/2014/main" id="{0C9D964F-D5CF-FF99-8AF0-D934BB97BD71}"/>
              </a:ext>
            </a:extLst>
          </p:cNvPr>
          <p:cNvSpPr>
            <a:spLocks noGrp="1"/>
          </p:cNvSpPr>
          <p:nvPr>
            <p:ph type="sldNum" sz="quarter" idx="12"/>
          </p:nvPr>
        </p:nvSpPr>
        <p:spPr/>
        <p:txBody>
          <a:bodyPr rtlCol="0"/>
          <a:lstStyle/>
          <a:p>
            <a:pPr rtl="0"/>
            <a:fld id="{13D2E340-0663-474B-992C-9192B5C45E57}" type="slidenum">
              <a:rPr lang="en-GB" smtClean="0"/>
              <a:t>34</a:t>
            </a:fld>
            <a:endParaRPr lang="en-GB" dirty="0"/>
          </a:p>
        </p:txBody>
      </p:sp>
      <p:sp>
        <p:nvSpPr>
          <p:cNvPr id="2" name="Title 1">
            <a:extLst>
              <a:ext uri="{FF2B5EF4-FFF2-40B4-BE49-F238E27FC236}">
                <a16:creationId xmlns:a16="http://schemas.microsoft.com/office/drawing/2014/main" id="{628CA3E6-9E87-3AE4-918C-342471597B2D}"/>
              </a:ext>
            </a:extLst>
          </p:cNvPr>
          <p:cNvSpPr txBox="1">
            <a:spLocks/>
          </p:cNvSpPr>
          <p:nvPr/>
        </p:nvSpPr>
        <p:spPr>
          <a:xfrm>
            <a:off x="407989" y="887896"/>
            <a:ext cx="4065328" cy="2554710"/>
          </a:xfrm>
          <a:prstGeom prst="rect">
            <a:avLst/>
          </a:prstGeom>
        </p:spPr>
        <p:txBody>
          <a:bodyPr vert="horz" lIns="91440" tIns="45720" rIns="91440" bIns="45720" rtlCol="0" anchor="t">
            <a:normAutofit/>
          </a:bodyPr>
          <a:lst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a:lstStyle>
          <a:p>
            <a:r>
              <a:rPr lang="en-GB" sz="4000" b="1" dirty="0"/>
              <a:t>God as a Practical Postulate</a:t>
            </a:r>
            <a:endParaRPr lang="en-GB" sz="4000" dirty="0"/>
          </a:p>
        </p:txBody>
      </p:sp>
    </p:spTree>
    <p:extLst>
      <p:ext uri="{BB962C8B-B14F-4D97-AF65-F5344CB8AC3E}">
        <p14:creationId xmlns:p14="http://schemas.microsoft.com/office/powerpoint/2010/main" val="2020057975"/>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1209485_TF45175639_Win32" id="{DA3BC7EA-B985-431E-917E-E4426AC6D1A1}" vid="{18535A56-0AAF-4A35-94B1-1693062433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Biography presentation</Template>
  <TotalTime>5381</TotalTime>
  <Words>2223</Words>
  <Application>Microsoft Office PowerPoint</Application>
  <PresentationFormat>Widescreen</PresentationFormat>
  <Paragraphs>228</Paragraphs>
  <Slides>34</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Century Schoolbook</vt:lpstr>
      <vt:lpstr>Corbel</vt:lpstr>
      <vt:lpstr>Times New Roman</vt:lpstr>
      <vt:lpstr>Headlines</vt:lpstr>
      <vt:lpstr>HUMA2921 Ethical Theories and Contemporary Issues</vt:lpstr>
      <vt:lpstr>Kant on the Idea of Duty</vt:lpstr>
      <vt:lpstr>Kant on the Idea of Duty</vt:lpstr>
      <vt:lpstr>Demands of Practical Reason</vt:lpstr>
      <vt:lpstr>Morality</vt:lpstr>
      <vt:lpstr>Supreme Principle of Morality</vt:lpstr>
      <vt:lpstr>Supreme Principle of Morality</vt:lpstr>
      <vt:lpstr>Formula of Humanity</vt:lpstr>
      <vt:lpstr>Formula of Humanity</vt:lpstr>
      <vt:lpstr>Formula of Humanity</vt:lpstr>
      <vt:lpstr>Formula of Humanity</vt:lpstr>
      <vt:lpstr>Formula of Humanity</vt:lpstr>
      <vt:lpstr>Kant’s System of Duties</vt:lpstr>
      <vt:lpstr>Kant’s System of Duties</vt:lpstr>
      <vt:lpstr>Duties to Oneself Regarding Self-Perfection</vt:lpstr>
      <vt:lpstr>PowerPoint Presentation</vt:lpstr>
      <vt:lpstr>Levels of Duty </vt:lpstr>
      <vt:lpstr>PowerPoint Presentation</vt:lpstr>
      <vt:lpstr>Levels of Duty  </vt:lpstr>
      <vt:lpstr>PowerPoint Presentation</vt:lpstr>
      <vt:lpstr>Formula of Universal Law</vt:lpstr>
      <vt:lpstr>PowerPoint Presentation</vt:lpstr>
      <vt:lpstr>Formula of the Law of Nature</vt:lpstr>
      <vt:lpstr>PowerPoint Presentation</vt:lpstr>
      <vt:lpstr>The False-Promising Example</vt:lpstr>
      <vt:lpstr>PowerPoint Presentation</vt:lpstr>
      <vt:lpstr>Remarks</vt:lpstr>
      <vt:lpstr>PowerPoint Presentation</vt:lpstr>
      <vt:lpstr>Possible Objections </vt:lpstr>
      <vt:lpstr>PowerPoint Presentation</vt:lpstr>
      <vt:lpstr>Moral Worth</vt:lpstr>
      <vt:lpstr>PowerPoint Presentation</vt:lpstr>
      <vt:lpstr>Immortality as a Practical Postulate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Leibnizian Legacy in Fichte’s Grundlage der gesamten Wissenschaftslehre</dc:title>
  <dc:creator>Plato Tse</dc:creator>
  <cp:lastModifiedBy>Plato Tse</cp:lastModifiedBy>
  <cp:revision>46</cp:revision>
  <dcterms:created xsi:type="dcterms:W3CDTF">2024-11-29T15:39:14Z</dcterms:created>
  <dcterms:modified xsi:type="dcterms:W3CDTF">2026-04-12T16:44:39Z</dcterms:modified>
</cp:coreProperties>
</file>