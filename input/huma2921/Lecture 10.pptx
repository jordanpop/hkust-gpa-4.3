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29"/>
  </p:notesMasterIdLst>
  <p:handoutMasterIdLst>
    <p:handoutMasterId r:id="rId30"/>
  </p:handoutMasterIdLst>
  <p:sldIdLst>
    <p:sldId id="256" r:id="rId2"/>
    <p:sldId id="279" r:id="rId3"/>
    <p:sldId id="280" r:id="rId4"/>
    <p:sldId id="257" r:id="rId5"/>
    <p:sldId id="263" r:id="rId6"/>
    <p:sldId id="281" r:id="rId7"/>
    <p:sldId id="283" r:id="rId8"/>
    <p:sldId id="284" r:id="rId9"/>
    <p:sldId id="306" r:id="rId10"/>
    <p:sldId id="269" r:id="rId11"/>
    <p:sldId id="267" r:id="rId12"/>
    <p:sldId id="276" r:id="rId13"/>
    <p:sldId id="285" r:id="rId14"/>
    <p:sldId id="278" r:id="rId15"/>
    <p:sldId id="292" r:id="rId16"/>
    <p:sldId id="293" r:id="rId17"/>
    <p:sldId id="307" r:id="rId18"/>
    <p:sldId id="308" r:id="rId19"/>
    <p:sldId id="297" r:id="rId20"/>
    <p:sldId id="298" r:id="rId21"/>
    <p:sldId id="299" r:id="rId22"/>
    <p:sldId id="300" r:id="rId23"/>
    <p:sldId id="301" r:id="rId24"/>
    <p:sldId id="302" r:id="rId25"/>
    <p:sldId id="303" r:id="rId26"/>
    <p:sldId id="304" r:id="rId27"/>
    <p:sldId id="305" r:id="rId28"/>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E57A53C-1E7D-40C7-8DDA-0203C8F1DF9A}">
          <p14:sldIdLst>
            <p14:sldId id="256"/>
          </p14:sldIdLst>
        </p14:section>
        <p14:section name="Virtue Ethics" id="{62C8A5D0-4AE5-47B6-9BFA-E764C8F179AB}">
          <p14:sldIdLst>
            <p14:sldId id="279"/>
            <p14:sldId id="280"/>
            <p14:sldId id="257"/>
            <p14:sldId id="263"/>
            <p14:sldId id="281"/>
            <p14:sldId id="283"/>
            <p14:sldId id="284"/>
            <p14:sldId id="306"/>
            <p14:sldId id="269"/>
            <p14:sldId id="267"/>
            <p14:sldId id="276"/>
            <p14:sldId id="285"/>
            <p14:sldId id="278"/>
            <p14:sldId id="292"/>
            <p14:sldId id="293"/>
            <p14:sldId id="307"/>
            <p14:sldId id="308"/>
          </p14:sldIdLst>
        </p14:section>
        <p14:section name="Care Ethics" id="{CF534F49-C941-49BB-923E-142C88502BFF}">
          <p14:sldIdLst>
            <p14:sldId id="297"/>
            <p14:sldId id="298"/>
            <p14:sldId id="299"/>
            <p14:sldId id="300"/>
            <p14:sldId id="301"/>
            <p14:sldId id="302"/>
            <p14:sldId id="303"/>
            <p14:sldId id="304"/>
            <p14:sldId id="30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7395" autoAdjust="0"/>
  </p:normalViewPr>
  <p:slideViewPr>
    <p:cSldViewPr snapToGrid="0">
      <p:cViewPr varScale="1">
        <p:scale>
          <a:sx n="49" d="100"/>
          <a:sy n="49" d="100"/>
        </p:scale>
        <p:origin x="56" y="544"/>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lato Tse" userId="7e9150dee13f625a" providerId="LiveId" clId="{789CCF97-127F-46D5-ABA8-A2B9DA226070}"/>
    <pc:docChg chg="undo custSel addSld delSld modSld sldOrd modSection">
      <pc:chgData name="Plato Tse" userId="7e9150dee13f625a" providerId="LiveId" clId="{789CCF97-127F-46D5-ABA8-A2B9DA226070}" dt="2026-04-28T03:56:26.567" v="2081" actId="12"/>
      <pc:docMkLst>
        <pc:docMk/>
      </pc:docMkLst>
      <pc:sldChg chg="addSp modSp mod">
        <pc:chgData name="Plato Tse" userId="7e9150dee13f625a" providerId="LiveId" clId="{789CCF97-127F-46D5-ABA8-A2B9DA226070}" dt="2026-04-27T16:23:38.053" v="485" actId="1076"/>
        <pc:sldMkLst>
          <pc:docMk/>
          <pc:sldMk cId="3289796151" sldId="267"/>
        </pc:sldMkLst>
        <pc:spChg chg="mod">
          <ac:chgData name="Plato Tse" userId="7e9150dee13f625a" providerId="LiveId" clId="{789CCF97-127F-46D5-ABA8-A2B9DA226070}" dt="2026-04-27T16:22:57.646" v="478"/>
          <ac:spMkLst>
            <pc:docMk/>
            <pc:sldMk cId="3289796151" sldId="267"/>
            <ac:spMk id="2" creationId="{2654DA9A-F01A-481E-A192-F11CA07CCE35}"/>
          </ac:spMkLst>
        </pc:spChg>
        <pc:spChg chg="mod">
          <ac:chgData name="Plato Tse" userId="7e9150dee13f625a" providerId="LiveId" clId="{789CCF97-127F-46D5-ABA8-A2B9DA226070}" dt="2026-04-27T16:23:21.328" v="479" actId="20577"/>
          <ac:spMkLst>
            <pc:docMk/>
            <pc:sldMk cId="3289796151" sldId="267"/>
            <ac:spMk id="41" creationId="{E70AB508-2913-4EE2-5303-4456A2553371}"/>
          </ac:spMkLst>
        </pc:spChg>
        <pc:picChg chg="add mod">
          <ac:chgData name="Plato Tse" userId="7e9150dee13f625a" providerId="LiveId" clId="{789CCF97-127F-46D5-ABA8-A2B9DA226070}" dt="2026-04-27T16:23:38.053" v="485" actId="1076"/>
          <ac:picMkLst>
            <pc:docMk/>
            <pc:sldMk cId="3289796151" sldId="267"/>
            <ac:picMk id="3" creationId="{898F3774-3DFD-44E1-A3FC-A1116CE0D8DB}"/>
          </ac:picMkLst>
        </pc:picChg>
      </pc:sldChg>
      <pc:sldChg chg="modSp mod">
        <pc:chgData name="Plato Tse" userId="7e9150dee13f625a" providerId="LiveId" clId="{789CCF97-127F-46D5-ABA8-A2B9DA226070}" dt="2026-04-27T16:22:32.437" v="476" actId="403"/>
        <pc:sldMkLst>
          <pc:docMk/>
          <pc:sldMk cId="1707474726" sldId="269"/>
        </pc:sldMkLst>
        <pc:spChg chg="mod">
          <ac:chgData name="Plato Tse" userId="7e9150dee13f625a" providerId="LiveId" clId="{789CCF97-127F-46D5-ABA8-A2B9DA226070}" dt="2026-04-27T16:21:39.949" v="462" actId="20577"/>
          <ac:spMkLst>
            <pc:docMk/>
            <pc:sldMk cId="1707474726" sldId="269"/>
            <ac:spMk id="2" creationId="{B9D1F34B-93F5-46C0-9BEC-B1A8D55008B4}"/>
          </ac:spMkLst>
        </pc:spChg>
        <pc:spChg chg="mod">
          <ac:chgData name="Plato Tse" userId="7e9150dee13f625a" providerId="LiveId" clId="{789CCF97-127F-46D5-ABA8-A2B9DA226070}" dt="2026-04-27T16:22:32.437" v="476" actId="403"/>
          <ac:spMkLst>
            <pc:docMk/>
            <pc:sldMk cId="1707474726" sldId="269"/>
            <ac:spMk id="23" creationId="{764A365B-4C2F-2351-93F8-FD34668116E1}"/>
          </ac:spMkLst>
        </pc:spChg>
      </pc:sldChg>
      <pc:sldChg chg="modSp mod">
        <pc:chgData name="Plato Tse" userId="7e9150dee13f625a" providerId="LiveId" clId="{789CCF97-127F-46D5-ABA8-A2B9DA226070}" dt="2026-04-27T16:58:54.307" v="578" actId="20577"/>
        <pc:sldMkLst>
          <pc:docMk/>
          <pc:sldMk cId="2195168494" sldId="276"/>
        </pc:sldMkLst>
        <pc:spChg chg="mod">
          <ac:chgData name="Plato Tse" userId="7e9150dee13f625a" providerId="LiveId" clId="{789CCF97-127F-46D5-ABA8-A2B9DA226070}" dt="2026-04-27T16:24:08.128" v="511" actId="14100"/>
          <ac:spMkLst>
            <pc:docMk/>
            <pc:sldMk cId="2195168494" sldId="276"/>
            <ac:spMk id="2" creationId="{E72908A0-65FF-2705-D664-4522AA4546BE}"/>
          </ac:spMkLst>
        </pc:spChg>
        <pc:spChg chg="mod">
          <ac:chgData name="Plato Tse" userId="7e9150dee13f625a" providerId="LiveId" clId="{789CCF97-127F-46D5-ABA8-A2B9DA226070}" dt="2026-04-27T16:58:54.307" v="578" actId="20577"/>
          <ac:spMkLst>
            <pc:docMk/>
            <pc:sldMk cId="2195168494" sldId="276"/>
            <ac:spMk id="23" creationId="{44D17366-2D5D-EBCB-C069-47BBF0111A8A}"/>
          </ac:spMkLst>
        </pc:spChg>
      </pc:sldChg>
      <pc:sldChg chg="modSp mod">
        <pc:chgData name="Plato Tse" userId="7e9150dee13f625a" providerId="LiveId" clId="{789CCF97-127F-46D5-ABA8-A2B9DA226070}" dt="2026-04-28T02:00:58.804" v="711"/>
        <pc:sldMkLst>
          <pc:docMk/>
          <pc:sldMk cId="2180084092" sldId="278"/>
        </pc:sldMkLst>
        <pc:spChg chg="mod">
          <ac:chgData name="Plato Tse" userId="7e9150dee13f625a" providerId="LiveId" clId="{789CCF97-127F-46D5-ABA8-A2B9DA226070}" dt="2026-04-27T17:01:50.004" v="638" actId="20577"/>
          <ac:spMkLst>
            <pc:docMk/>
            <pc:sldMk cId="2180084092" sldId="278"/>
            <ac:spMk id="2" creationId="{DCA93335-C8F6-0B4A-66B9-BF39D79CB760}"/>
          </ac:spMkLst>
        </pc:spChg>
        <pc:spChg chg="mod">
          <ac:chgData name="Plato Tse" userId="7e9150dee13f625a" providerId="LiveId" clId="{789CCF97-127F-46D5-ABA8-A2B9DA226070}" dt="2026-04-28T02:00:58.804" v="711"/>
          <ac:spMkLst>
            <pc:docMk/>
            <pc:sldMk cId="2180084092" sldId="278"/>
            <ac:spMk id="23" creationId="{8CF09343-1CC0-6B70-EF46-FD8285E176D3}"/>
          </ac:spMkLst>
        </pc:spChg>
      </pc:sldChg>
      <pc:sldChg chg="modSp mod">
        <pc:chgData name="Plato Tse" userId="7e9150dee13f625a" providerId="LiveId" clId="{789CCF97-127F-46D5-ABA8-A2B9DA226070}" dt="2026-04-27T16:20:06.308" v="261" actId="14100"/>
        <pc:sldMkLst>
          <pc:docMk/>
          <pc:sldMk cId="2284613377" sldId="284"/>
        </pc:sldMkLst>
        <pc:spChg chg="mod">
          <ac:chgData name="Plato Tse" userId="7e9150dee13f625a" providerId="LiveId" clId="{789CCF97-127F-46D5-ABA8-A2B9DA226070}" dt="2026-04-27T15:49:41.167" v="13" actId="14100"/>
          <ac:spMkLst>
            <pc:docMk/>
            <pc:sldMk cId="2284613377" sldId="284"/>
            <ac:spMk id="2" creationId="{2D8200BE-D86B-A4A6-DE70-CA6F3D690F37}"/>
          </ac:spMkLst>
        </pc:spChg>
        <pc:spChg chg="mod">
          <ac:chgData name="Plato Tse" userId="7e9150dee13f625a" providerId="LiveId" clId="{789CCF97-127F-46D5-ABA8-A2B9DA226070}" dt="2026-04-27T16:20:06.308" v="261" actId="14100"/>
          <ac:spMkLst>
            <pc:docMk/>
            <pc:sldMk cId="2284613377" sldId="284"/>
            <ac:spMk id="23" creationId="{3CA1E901-2F79-6974-E428-93399DC0DC0E}"/>
          </ac:spMkLst>
        </pc:spChg>
      </pc:sldChg>
      <pc:sldChg chg="modSp mod">
        <pc:chgData name="Plato Tse" userId="7e9150dee13f625a" providerId="LiveId" clId="{789CCF97-127F-46D5-ABA8-A2B9DA226070}" dt="2026-04-27T17:01:13.335" v="623" actId="403"/>
        <pc:sldMkLst>
          <pc:docMk/>
          <pc:sldMk cId="323353584" sldId="285"/>
        </pc:sldMkLst>
        <pc:spChg chg="mod">
          <ac:chgData name="Plato Tse" userId="7e9150dee13f625a" providerId="LiveId" clId="{789CCF97-127F-46D5-ABA8-A2B9DA226070}" dt="2026-04-27T16:59:14.126" v="604" actId="20577"/>
          <ac:spMkLst>
            <pc:docMk/>
            <pc:sldMk cId="323353584" sldId="285"/>
            <ac:spMk id="2" creationId="{BCD8C0E1-92E9-F470-195D-C5A870DBDD32}"/>
          </ac:spMkLst>
        </pc:spChg>
        <pc:spChg chg="mod">
          <ac:chgData name="Plato Tse" userId="7e9150dee13f625a" providerId="LiveId" clId="{789CCF97-127F-46D5-ABA8-A2B9DA226070}" dt="2026-04-27T17:01:13.335" v="623" actId="403"/>
          <ac:spMkLst>
            <pc:docMk/>
            <pc:sldMk cId="323353584" sldId="285"/>
            <ac:spMk id="41" creationId="{E0699548-9BE0-D501-1E59-8D8CC60A2A49}"/>
          </ac:spMkLst>
        </pc:spChg>
      </pc:sldChg>
      <pc:sldChg chg="modSp mod ord">
        <pc:chgData name="Plato Tse" userId="7e9150dee13f625a" providerId="LiveId" clId="{789CCF97-127F-46D5-ABA8-A2B9DA226070}" dt="2026-04-28T02:02:12.355" v="740" actId="12"/>
        <pc:sldMkLst>
          <pc:docMk/>
          <pc:sldMk cId="969508567" sldId="292"/>
        </pc:sldMkLst>
        <pc:spChg chg="mod">
          <ac:chgData name="Plato Tse" userId="7e9150dee13f625a" providerId="LiveId" clId="{789CCF97-127F-46D5-ABA8-A2B9DA226070}" dt="2026-04-28T01:59:24.275" v="674"/>
          <ac:spMkLst>
            <pc:docMk/>
            <pc:sldMk cId="969508567" sldId="292"/>
            <ac:spMk id="2" creationId="{29A5ACE7-0E15-3196-FDAC-24B9577BF959}"/>
          </ac:spMkLst>
        </pc:spChg>
        <pc:spChg chg="mod">
          <ac:chgData name="Plato Tse" userId="7e9150dee13f625a" providerId="LiveId" clId="{789CCF97-127F-46D5-ABA8-A2B9DA226070}" dt="2026-04-28T02:02:12.355" v="740" actId="12"/>
          <ac:spMkLst>
            <pc:docMk/>
            <pc:sldMk cId="969508567" sldId="292"/>
            <ac:spMk id="41" creationId="{945F29C5-5612-1AB7-BD6D-24E5E05CB034}"/>
          </ac:spMkLst>
        </pc:spChg>
      </pc:sldChg>
      <pc:sldChg chg="modSp mod ord">
        <pc:chgData name="Plato Tse" userId="7e9150dee13f625a" providerId="LiveId" clId="{789CCF97-127F-46D5-ABA8-A2B9DA226070}" dt="2026-04-28T02:34:35.473" v="845" actId="20577"/>
        <pc:sldMkLst>
          <pc:docMk/>
          <pc:sldMk cId="3415641280" sldId="293"/>
        </pc:sldMkLst>
        <pc:spChg chg="mod">
          <ac:chgData name="Plato Tse" userId="7e9150dee13f625a" providerId="LiveId" clId="{789CCF97-127F-46D5-ABA8-A2B9DA226070}" dt="2026-04-28T02:30:43.939" v="741"/>
          <ac:spMkLst>
            <pc:docMk/>
            <pc:sldMk cId="3415641280" sldId="293"/>
            <ac:spMk id="2" creationId="{8A5FA522-67F3-2C81-9E3B-3F81F5AF57CC}"/>
          </ac:spMkLst>
        </pc:spChg>
        <pc:spChg chg="mod">
          <ac:chgData name="Plato Tse" userId="7e9150dee13f625a" providerId="LiveId" clId="{789CCF97-127F-46D5-ABA8-A2B9DA226070}" dt="2026-04-28T02:34:35.473" v="845" actId="20577"/>
          <ac:spMkLst>
            <pc:docMk/>
            <pc:sldMk cId="3415641280" sldId="293"/>
            <ac:spMk id="8" creationId="{C7FF3659-2CD3-6A5A-BE31-5D2E04EF2111}"/>
          </ac:spMkLst>
        </pc:spChg>
      </pc:sldChg>
      <pc:sldChg chg="del ord">
        <pc:chgData name="Plato Tse" userId="7e9150dee13f625a" providerId="LiveId" clId="{789CCF97-127F-46D5-ABA8-A2B9DA226070}" dt="2026-04-28T02:35:01.325" v="846" actId="47"/>
        <pc:sldMkLst>
          <pc:docMk/>
          <pc:sldMk cId="1247545770" sldId="294"/>
        </pc:sldMkLst>
      </pc:sldChg>
      <pc:sldChg chg="del ord">
        <pc:chgData name="Plato Tse" userId="7e9150dee13f625a" providerId="LiveId" clId="{789CCF97-127F-46D5-ABA8-A2B9DA226070}" dt="2026-04-28T02:35:02.054" v="847" actId="47"/>
        <pc:sldMkLst>
          <pc:docMk/>
          <pc:sldMk cId="2832138841" sldId="295"/>
        </pc:sldMkLst>
      </pc:sldChg>
      <pc:sldChg chg="del ord">
        <pc:chgData name="Plato Tse" userId="7e9150dee13f625a" providerId="LiveId" clId="{789CCF97-127F-46D5-ABA8-A2B9DA226070}" dt="2026-04-28T02:35:02.593" v="848" actId="47"/>
        <pc:sldMkLst>
          <pc:docMk/>
          <pc:sldMk cId="647990435" sldId="296"/>
        </pc:sldMkLst>
      </pc:sldChg>
      <pc:sldChg chg="modSp mod">
        <pc:chgData name="Plato Tse" userId="7e9150dee13f625a" providerId="LiveId" clId="{789CCF97-127F-46D5-ABA8-A2B9DA226070}" dt="2026-04-28T02:42:18.182" v="977" actId="20577"/>
        <pc:sldMkLst>
          <pc:docMk/>
          <pc:sldMk cId="1755375073" sldId="297"/>
        </pc:sldMkLst>
        <pc:spChg chg="mod">
          <ac:chgData name="Plato Tse" userId="7e9150dee13f625a" providerId="LiveId" clId="{789CCF97-127F-46D5-ABA8-A2B9DA226070}" dt="2026-04-28T02:35:19.459" v="861" actId="20577"/>
          <ac:spMkLst>
            <pc:docMk/>
            <pc:sldMk cId="1755375073" sldId="297"/>
            <ac:spMk id="2" creationId="{AEE991F1-942D-9F12-B970-7EA1C12AE200}"/>
          </ac:spMkLst>
        </pc:spChg>
        <pc:spChg chg="mod">
          <ac:chgData name="Plato Tse" userId="7e9150dee13f625a" providerId="LiveId" clId="{789CCF97-127F-46D5-ABA8-A2B9DA226070}" dt="2026-04-28T02:42:18.182" v="977" actId="20577"/>
          <ac:spMkLst>
            <pc:docMk/>
            <pc:sldMk cId="1755375073" sldId="297"/>
            <ac:spMk id="8" creationId="{FB882E51-487D-263E-0AA2-EA5F356A5F11}"/>
          </ac:spMkLst>
        </pc:spChg>
      </pc:sldChg>
      <pc:sldChg chg="modSp mod">
        <pc:chgData name="Plato Tse" userId="7e9150dee13f625a" providerId="LiveId" clId="{789CCF97-127F-46D5-ABA8-A2B9DA226070}" dt="2026-04-28T02:49:14.471" v="1346" actId="20577"/>
        <pc:sldMkLst>
          <pc:docMk/>
          <pc:sldMk cId="2048634527" sldId="298"/>
        </pc:sldMkLst>
        <pc:spChg chg="mod">
          <ac:chgData name="Plato Tse" userId="7e9150dee13f625a" providerId="LiveId" clId="{789CCF97-127F-46D5-ABA8-A2B9DA226070}" dt="2026-04-28T02:42:51.806" v="978"/>
          <ac:spMkLst>
            <pc:docMk/>
            <pc:sldMk cId="2048634527" sldId="298"/>
            <ac:spMk id="2" creationId="{FEE5E812-5B2E-3EBF-6CD1-6FC29E78F111}"/>
          </ac:spMkLst>
        </pc:spChg>
        <pc:spChg chg="mod">
          <ac:chgData name="Plato Tse" userId="7e9150dee13f625a" providerId="LiveId" clId="{789CCF97-127F-46D5-ABA8-A2B9DA226070}" dt="2026-04-28T02:49:14.471" v="1346" actId="20577"/>
          <ac:spMkLst>
            <pc:docMk/>
            <pc:sldMk cId="2048634527" sldId="298"/>
            <ac:spMk id="41" creationId="{BA09B85E-C631-0292-4A98-8F636F22155D}"/>
          </ac:spMkLst>
        </pc:spChg>
      </pc:sldChg>
      <pc:sldChg chg="modSp mod">
        <pc:chgData name="Plato Tse" userId="7e9150dee13f625a" providerId="LiveId" clId="{789CCF97-127F-46D5-ABA8-A2B9DA226070}" dt="2026-04-28T03:08:53.906" v="1393" actId="114"/>
        <pc:sldMkLst>
          <pc:docMk/>
          <pc:sldMk cId="172242684" sldId="299"/>
        </pc:sldMkLst>
        <pc:spChg chg="mod">
          <ac:chgData name="Plato Tse" userId="7e9150dee13f625a" providerId="LiveId" clId="{789CCF97-127F-46D5-ABA8-A2B9DA226070}" dt="2026-04-28T02:55:37.447" v="1352" actId="20577"/>
          <ac:spMkLst>
            <pc:docMk/>
            <pc:sldMk cId="172242684" sldId="299"/>
            <ac:spMk id="2" creationId="{C175F018-B928-4DB2-780C-C4B23669F106}"/>
          </ac:spMkLst>
        </pc:spChg>
        <pc:spChg chg="mod">
          <ac:chgData name="Plato Tse" userId="7e9150dee13f625a" providerId="LiveId" clId="{789CCF97-127F-46D5-ABA8-A2B9DA226070}" dt="2026-04-28T03:08:53.906" v="1393" actId="114"/>
          <ac:spMkLst>
            <pc:docMk/>
            <pc:sldMk cId="172242684" sldId="299"/>
            <ac:spMk id="8" creationId="{BB200257-6B5A-C064-D738-D67283D68249}"/>
          </ac:spMkLst>
        </pc:spChg>
      </pc:sldChg>
      <pc:sldChg chg="modSp mod">
        <pc:chgData name="Plato Tse" userId="7e9150dee13f625a" providerId="LiveId" clId="{789CCF97-127F-46D5-ABA8-A2B9DA226070}" dt="2026-04-28T03:12:24.916" v="1528"/>
        <pc:sldMkLst>
          <pc:docMk/>
          <pc:sldMk cId="526700657" sldId="300"/>
        </pc:sldMkLst>
        <pc:spChg chg="mod">
          <ac:chgData name="Plato Tse" userId="7e9150dee13f625a" providerId="LiveId" clId="{789CCF97-127F-46D5-ABA8-A2B9DA226070}" dt="2026-04-28T03:09:55.279" v="1394"/>
          <ac:spMkLst>
            <pc:docMk/>
            <pc:sldMk cId="526700657" sldId="300"/>
            <ac:spMk id="2" creationId="{4646A713-D3E8-7324-7275-B0002F681F63}"/>
          </ac:spMkLst>
        </pc:spChg>
        <pc:spChg chg="mod">
          <ac:chgData name="Plato Tse" userId="7e9150dee13f625a" providerId="LiveId" clId="{789CCF97-127F-46D5-ABA8-A2B9DA226070}" dt="2026-04-28T03:12:24.916" v="1528"/>
          <ac:spMkLst>
            <pc:docMk/>
            <pc:sldMk cId="526700657" sldId="300"/>
            <ac:spMk id="41" creationId="{4BC1FA5A-6028-034D-88BC-672E625D92A8}"/>
          </ac:spMkLst>
        </pc:spChg>
      </pc:sldChg>
      <pc:sldChg chg="modSp mod">
        <pc:chgData name="Plato Tse" userId="7e9150dee13f625a" providerId="LiveId" clId="{789CCF97-127F-46D5-ABA8-A2B9DA226070}" dt="2026-04-28T03:16:14.387" v="1644" actId="20577"/>
        <pc:sldMkLst>
          <pc:docMk/>
          <pc:sldMk cId="1991936833" sldId="301"/>
        </pc:sldMkLst>
        <pc:spChg chg="mod">
          <ac:chgData name="Plato Tse" userId="7e9150dee13f625a" providerId="LiveId" clId="{789CCF97-127F-46D5-ABA8-A2B9DA226070}" dt="2026-04-28T03:13:04.622" v="1529"/>
          <ac:spMkLst>
            <pc:docMk/>
            <pc:sldMk cId="1991936833" sldId="301"/>
            <ac:spMk id="2" creationId="{93E3809B-CDAE-1D18-CDA3-3F698A2930FB}"/>
          </ac:spMkLst>
        </pc:spChg>
        <pc:spChg chg="mod">
          <ac:chgData name="Plato Tse" userId="7e9150dee13f625a" providerId="LiveId" clId="{789CCF97-127F-46D5-ABA8-A2B9DA226070}" dt="2026-04-28T03:16:14.387" v="1644" actId="20577"/>
          <ac:spMkLst>
            <pc:docMk/>
            <pc:sldMk cId="1991936833" sldId="301"/>
            <ac:spMk id="8" creationId="{81415C95-6DF2-7F59-AE2C-91C7B2111771}"/>
          </ac:spMkLst>
        </pc:spChg>
      </pc:sldChg>
      <pc:sldChg chg="modSp mod">
        <pc:chgData name="Plato Tse" userId="7e9150dee13f625a" providerId="LiveId" clId="{789CCF97-127F-46D5-ABA8-A2B9DA226070}" dt="2026-04-28T03:18:59.315" v="1755" actId="20577"/>
        <pc:sldMkLst>
          <pc:docMk/>
          <pc:sldMk cId="1205634326" sldId="302"/>
        </pc:sldMkLst>
        <pc:spChg chg="mod">
          <ac:chgData name="Plato Tse" userId="7e9150dee13f625a" providerId="LiveId" clId="{789CCF97-127F-46D5-ABA8-A2B9DA226070}" dt="2026-04-28T03:16:26.512" v="1645"/>
          <ac:spMkLst>
            <pc:docMk/>
            <pc:sldMk cId="1205634326" sldId="302"/>
            <ac:spMk id="2" creationId="{252DD216-1E01-A39E-5852-C5D66B6B19E3}"/>
          </ac:spMkLst>
        </pc:spChg>
        <pc:spChg chg="mod">
          <ac:chgData name="Plato Tse" userId="7e9150dee13f625a" providerId="LiveId" clId="{789CCF97-127F-46D5-ABA8-A2B9DA226070}" dt="2026-04-28T03:18:59.315" v="1755" actId="20577"/>
          <ac:spMkLst>
            <pc:docMk/>
            <pc:sldMk cId="1205634326" sldId="302"/>
            <ac:spMk id="41" creationId="{4DDA981B-F1F8-D6CC-6E8A-EDB0FDA8FAE1}"/>
          </ac:spMkLst>
        </pc:spChg>
      </pc:sldChg>
      <pc:sldChg chg="modSp mod">
        <pc:chgData name="Plato Tse" userId="7e9150dee13f625a" providerId="LiveId" clId="{789CCF97-127F-46D5-ABA8-A2B9DA226070}" dt="2026-04-28T03:26:02.459" v="1838" actId="12"/>
        <pc:sldMkLst>
          <pc:docMk/>
          <pc:sldMk cId="2159137567" sldId="303"/>
        </pc:sldMkLst>
        <pc:spChg chg="mod">
          <ac:chgData name="Plato Tse" userId="7e9150dee13f625a" providerId="LiveId" clId="{789CCF97-127F-46D5-ABA8-A2B9DA226070}" dt="2026-04-28T03:19:51.684" v="1760" actId="20577"/>
          <ac:spMkLst>
            <pc:docMk/>
            <pc:sldMk cId="2159137567" sldId="303"/>
            <ac:spMk id="2" creationId="{1D446761-010A-D7FF-0050-18DF2BD68B28}"/>
          </ac:spMkLst>
        </pc:spChg>
        <pc:spChg chg="mod">
          <ac:chgData name="Plato Tse" userId="7e9150dee13f625a" providerId="LiveId" clId="{789CCF97-127F-46D5-ABA8-A2B9DA226070}" dt="2026-04-28T03:26:02.459" v="1838" actId="12"/>
          <ac:spMkLst>
            <pc:docMk/>
            <pc:sldMk cId="2159137567" sldId="303"/>
            <ac:spMk id="8" creationId="{CC894652-CDCB-4CD6-B47F-E700A6805800}"/>
          </ac:spMkLst>
        </pc:spChg>
      </pc:sldChg>
      <pc:sldChg chg="modSp mod">
        <pc:chgData name="Plato Tse" userId="7e9150dee13f625a" providerId="LiveId" clId="{789CCF97-127F-46D5-ABA8-A2B9DA226070}" dt="2026-04-28T03:36:06.399" v="1962"/>
        <pc:sldMkLst>
          <pc:docMk/>
          <pc:sldMk cId="1962417299" sldId="304"/>
        </pc:sldMkLst>
        <pc:spChg chg="mod">
          <ac:chgData name="Plato Tse" userId="7e9150dee13f625a" providerId="LiveId" clId="{789CCF97-127F-46D5-ABA8-A2B9DA226070}" dt="2026-04-28T03:26:14.892" v="1839"/>
          <ac:spMkLst>
            <pc:docMk/>
            <pc:sldMk cId="1962417299" sldId="304"/>
            <ac:spMk id="2" creationId="{8B9F2C35-2C37-52D2-03E5-97E16894F68A}"/>
          </ac:spMkLst>
        </pc:spChg>
        <pc:spChg chg="mod">
          <ac:chgData name="Plato Tse" userId="7e9150dee13f625a" providerId="LiveId" clId="{789CCF97-127F-46D5-ABA8-A2B9DA226070}" dt="2026-04-28T03:36:06.399" v="1962"/>
          <ac:spMkLst>
            <pc:docMk/>
            <pc:sldMk cId="1962417299" sldId="304"/>
            <ac:spMk id="41" creationId="{7C8E0873-D925-7E66-BDEC-D55B614BCD7B}"/>
          </ac:spMkLst>
        </pc:spChg>
      </pc:sldChg>
      <pc:sldChg chg="modSp mod">
        <pc:chgData name="Plato Tse" userId="7e9150dee13f625a" providerId="LiveId" clId="{789CCF97-127F-46D5-ABA8-A2B9DA226070}" dt="2026-04-28T03:38:45.420" v="1988" actId="20577"/>
        <pc:sldMkLst>
          <pc:docMk/>
          <pc:sldMk cId="2020057975" sldId="305"/>
        </pc:sldMkLst>
        <pc:spChg chg="mod">
          <ac:chgData name="Plato Tse" userId="7e9150dee13f625a" providerId="LiveId" clId="{789CCF97-127F-46D5-ABA8-A2B9DA226070}" dt="2026-04-28T03:35:31.659" v="1954"/>
          <ac:spMkLst>
            <pc:docMk/>
            <pc:sldMk cId="2020057975" sldId="305"/>
            <ac:spMk id="2" creationId="{628CA3E6-9E87-3AE4-918C-342471597B2D}"/>
          </ac:spMkLst>
        </pc:spChg>
        <pc:spChg chg="mod">
          <ac:chgData name="Plato Tse" userId="7e9150dee13f625a" providerId="LiveId" clId="{789CCF97-127F-46D5-ABA8-A2B9DA226070}" dt="2026-04-28T03:38:45.420" v="1988" actId="20577"/>
          <ac:spMkLst>
            <pc:docMk/>
            <pc:sldMk cId="2020057975" sldId="305"/>
            <ac:spMk id="8" creationId="{33BA9828-F878-B26A-D8F3-AF3721D4F73E}"/>
          </ac:spMkLst>
        </pc:spChg>
      </pc:sldChg>
      <pc:sldChg chg="modSp mod">
        <pc:chgData name="Plato Tse" userId="7e9150dee13f625a" providerId="LiveId" clId="{789CCF97-127F-46D5-ABA8-A2B9DA226070}" dt="2026-04-27T16:21:22.037" v="437" actId="114"/>
        <pc:sldMkLst>
          <pc:docMk/>
          <pc:sldMk cId="1013806373" sldId="306"/>
        </pc:sldMkLst>
        <pc:spChg chg="mod">
          <ac:chgData name="Plato Tse" userId="7e9150dee13f625a" providerId="LiveId" clId="{789CCF97-127F-46D5-ABA8-A2B9DA226070}" dt="2026-04-27T16:14:09.798" v="123" actId="14100"/>
          <ac:spMkLst>
            <pc:docMk/>
            <pc:sldMk cId="1013806373" sldId="306"/>
            <ac:spMk id="2" creationId="{CFC41727-547D-9591-6845-2AD3D67C7337}"/>
          </ac:spMkLst>
        </pc:spChg>
        <pc:spChg chg="mod">
          <ac:chgData name="Plato Tse" userId="7e9150dee13f625a" providerId="LiveId" clId="{789CCF97-127F-46D5-ABA8-A2B9DA226070}" dt="2026-04-27T16:21:22.037" v="437" actId="114"/>
          <ac:spMkLst>
            <pc:docMk/>
            <pc:sldMk cId="1013806373" sldId="306"/>
            <ac:spMk id="13" creationId="{2D7C1F4E-2200-708A-B8D1-8631A46C318F}"/>
          </ac:spMkLst>
        </pc:spChg>
      </pc:sldChg>
      <pc:sldChg chg="modSp add mod">
        <pc:chgData name="Plato Tse" userId="7e9150dee13f625a" providerId="LiveId" clId="{789CCF97-127F-46D5-ABA8-A2B9DA226070}" dt="2026-04-28T03:54:25.363" v="2024" actId="20577"/>
        <pc:sldMkLst>
          <pc:docMk/>
          <pc:sldMk cId="3588845181" sldId="307"/>
        </pc:sldMkLst>
        <pc:spChg chg="mod">
          <ac:chgData name="Plato Tse" userId="7e9150dee13f625a" providerId="LiveId" clId="{789CCF97-127F-46D5-ABA8-A2B9DA226070}" dt="2026-04-28T03:52:19.014" v="2001" actId="20577"/>
          <ac:spMkLst>
            <pc:docMk/>
            <pc:sldMk cId="3588845181" sldId="307"/>
            <ac:spMk id="2" creationId="{DB2BBA82-7C89-0CD8-03B8-0C9A803C0566}"/>
          </ac:spMkLst>
        </pc:spChg>
        <pc:spChg chg="mod">
          <ac:chgData name="Plato Tse" userId="7e9150dee13f625a" providerId="LiveId" clId="{789CCF97-127F-46D5-ABA8-A2B9DA226070}" dt="2026-04-28T03:54:25.363" v="2024" actId="20577"/>
          <ac:spMkLst>
            <pc:docMk/>
            <pc:sldMk cId="3588845181" sldId="307"/>
            <ac:spMk id="41" creationId="{F2C950AF-0AC8-E143-D1B1-76506A358FFE}"/>
          </ac:spMkLst>
        </pc:spChg>
      </pc:sldChg>
      <pc:sldChg chg="modSp add mod">
        <pc:chgData name="Plato Tse" userId="7e9150dee13f625a" providerId="LiveId" clId="{789CCF97-127F-46D5-ABA8-A2B9DA226070}" dt="2026-04-28T03:56:26.567" v="2081" actId="12"/>
        <pc:sldMkLst>
          <pc:docMk/>
          <pc:sldMk cId="4042176016" sldId="308"/>
        </pc:sldMkLst>
        <pc:spChg chg="mod">
          <ac:chgData name="Plato Tse" userId="7e9150dee13f625a" providerId="LiveId" clId="{789CCF97-127F-46D5-ABA8-A2B9DA226070}" dt="2026-04-28T03:54:45.781" v="2026"/>
          <ac:spMkLst>
            <pc:docMk/>
            <pc:sldMk cId="4042176016" sldId="308"/>
            <ac:spMk id="2" creationId="{99DF9405-A3DC-A9B3-EC6B-5FF2CF48625E}"/>
          </ac:spMkLst>
        </pc:spChg>
        <pc:spChg chg="mod">
          <ac:chgData name="Plato Tse" userId="7e9150dee13f625a" providerId="LiveId" clId="{789CCF97-127F-46D5-ABA8-A2B9DA226070}" dt="2026-04-28T03:56:26.567" v="2081" actId="12"/>
          <ac:spMkLst>
            <pc:docMk/>
            <pc:sldMk cId="4042176016" sldId="308"/>
            <ac:spMk id="8" creationId="{0B938555-7366-C047-CD55-58D2608F6A2C}"/>
          </ac:spMkLst>
        </pc:spChg>
      </pc:sldChg>
    </pc:docChg>
  </pc:docChgLst>
  <pc:docChgLst>
    <pc:chgData name="Plato Tse" userId="7e9150dee13f625a" providerId="LiveId" clId="{454546DD-F862-443E-AAB8-094898F4A326}"/>
    <pc:docChg chg="undo custSel modSld modSection">
      <pc:chgData name="Plato Tse" userId="7e9150dee13f625a" providerId="LiveId" clId="{454546DD-F862-443E-AAB8-094898F4A326}" dt="2026-04-25T12:39:30.015" v="776" actId="255"/>
      <pc:docMkLst>
        <pc:docMk/>
      </pc:docMkLst>
      <pc:sldChg chg="modSp mod">
        <pc:chgData name="Plato Tse" userId="7e9150dee13f625a" providerId="LiveId" clId="{454546DD-F862-443E-AAB8-094898F4A326}" dt="2026-04-25T11:58:27.556" v="322" actId="113"/>
        <pc:sldMkLst>
          <pc:docMk/>
          <pc:sldMk cId="2394598200" sldId="257"/>
        </pc:sldMkLst>
        <pc:spChg chg="mod">
          <ac:chgData name="Plato Tse" userId="7e9150dee13f625a" providerId="LiveId" clId="{454546DD-F862-443E-AAB8-094898F4A326}" dt="2026-04-25T11:58:27.556" v="322" actId="113"/>
          <ac:spMkLst>
            <pc:docMk/>
            <pc:sldMk cId="2394598200" sldId="257"/>
            <ac:spMk id="4" creationId="{E98DCA46-603B-4178-8707-30E192CE6B8D}"/>
          </ac:spMkLst>
        </pc:spChg>
        <pc:spChg chg="mod">
          <ac:chgData name="Plato Tse" userId="7e9150dee13f625a" providerId="LiveId" clId="{454546DD-F862-443E-AAB8-094898F4A326}" dt="2026-04-25T11:57:55.592" v="316" actId="14100"/>
          <ac:spMkLst>
            <pc:docMk/>
            <pc:sldMk cId="2394598200" sldId="257"/>
            <ac:spMk id="8" creationId="{5FC6C278-4035-446A-A94B-030E792FDDF5}"/>
          </ac:spMkLst>
        </pc:spChg>
      </pc:sldChg>
      <pc:sldChg chg="modSp mod">
        <pc:chgData name="Plato Tse" userId="7e9150dee13f625a" providerId="LiveId" clId="{454546DD-F862-443E-AAB8-094898F4A326}" dt="2026-04-25T12:07:17.856" v="624"/>
        <pc:sldMkLst>
          <pc:docMk/>
          <pc:sldMk cId="298975433" sldId="263"/>
        </pc:sldMkLst>
        <pc:spChg chg="mod">
          <ac:chgData name="Plato Tse" userId="7e9150dee13f625a" providerId="LiveId" clId="{454546DD-F862-443E-AAB8-094898F4A326}" dt="2026-04-25T11:58:25.094" v="321" actId="27636"/>
          <ac:spMkLst>
            <pc:docMk/>
            <pc:sldMk cId="298975433" sldId="263"/>
            <ac:spMk id="2" creationId="{58A97F4D-F280-472F-9307-25B3E6BD88B5}"/>
          </ac:spMkLst>
        </pc:spChg>
        <pc:spChg chg="mod">
          <ac:chgData name="Plato Tse" userId="7e9150dee13f625a" providerId="LiveId" clId="{454546DD-F862-443E-AAB8-094898F4A326}" dt="2026-04-25T12:07:17.856" v="624"/>
          <ac:spMkLst>
            <pc:docMk/>
            <pc:sldMk cId="298975433" sldId="263"/>
            <ac:spMk id="13" creationId="{B079FE37-E63F-6B83-3B38-614E7772BF5D}"/>
          </ac:spMkLst>
        </pc:spChg>
      </pc:sldChg>
      <pc:sldChg chg="modSp mod">
        <pc:chgData name="Plato Tse" userId="7e9150dee13f625a" providerId="LiveId" clId="{454546DD-F862-443E-AAB8-094898F4A326}" dt="2026-04-25T11:58:31.660" v="324" actId="113"/>
        <pc:sldMkLst>
          <pc:docMk/>
          <pc:sldMk cId="3974841653" sldId="279"/>
        </pc:sldMkLst>
        <pc:spChg chg="mod">
          <ac:chgData name="Plato Tse" userId="7e9150dee13f625a" providerId="LiveId" clId="{454546DD-F862-443E-AAB8-094898F4A326}" dt="2026-04-25T11:58:31.660" v="324" actId="113"/>
          <ac:spMkLst>
            <pc:docMk/>
            <pc:sldMk cId="3974841653" sldId="279"/>
            <ac:spMk id="4" creationId="{F8065B57-247B-FEF7-35BC-F85D1F59EC80}"/>
          </ac:spMkLst>
        </pc:spChg>
        <pc:spChg chg="mod">
          <ac:chgData name="Plato Tse" userId="7e9150dee13f625a" providerId="LiveId" clId="{454546DD-F862-443E-AAB8-094898F4A326}" dt="2026-04-25T11:50:18.330" v="134" actId="20577"/>
          <ac:spMkLst>
            <pc:docMk/>
            <pc:sldMk cId="3974841653" sldId="279"/>
            <ac:spMk id="8" creationId="{685B037A-5AD3-86F6-5942-22B3F7E933EF}"/>
          </ac:spMkLst>
        </pc:spChg>
      </pc:sldChg>
      <pc:sldChg chg="modSp mod">
        <pc:chgData name="Plato Tse" userId="7e9150dee13f625a" providerId="LiveId" clId="{454546DD-F862-443E-AAB8-094898F4A326}" dt="2026-04-25T11:58:29.596" v="323" actId="113"/>
        <pc:sldMkLst>
          <pc:docMk/>
          <pc:sldMk cId="1270780623" sldId="280"/>
        </pc:sldMkLst>
        <pc:spChg chg="mod">
          <ac:chgData name="Plato Tse" userId="7e9150dee13f625a" providerId="LiveId" clId="{454546DD-F862-443E-AAB8-094898F4A326}" dt="2026-04-25T11:58:29.596" v="323" actId="113"/>
          <ac:spMkLst>
            <pc:docMk/>
            <pc:sldMk cId="1270780623" sldId="280"/>
            <ac:spMk id="2" creationId="{1729CFFB-2C33-F99E-4D4B-B23ADBF5AB11}"/>
          </ac:spMkLst>
        </pc:spChg>
        <pc:spChg chg="mod">
          <ac:chgData name="Plato Tse" userId="7e9150dee13f625a" providerId="LiveId" clId="{454546DD-F862-443E-AAB8-094898F4A326}" dt="2026-04-25T11:51:42.570" v="220" actId="20577"/>
          <ac:spMkLst>
            <pc:docMk/>
            <pc:sldMk cId="1270780623" sldId="280"/>
            <ac:spMk id="13" creationId="{B5C3795E-6FC3-81C9-9A90-042DF215BA4B}"/>
          </ac:spMkLst>
        </pc:spChg>
      </pc:sldChg>
      <pc:sldChg chg="modSp mod">
        <pc:chgData name="Plato Tse" userId="7e9150dee13f625a" providerId="LiveId" clId="{454546DD-F862-443E-AAB8-094898F4A326}" dt="2026-04-25T12:20:58.573" v="667" actId="14"/>
        <pc:sldMkLst>
          <pc:docMk/>
          <pc:sldMk cId="4051672732" sldId="281"/>
        </pc:sldMkLst>
        <pc:spChg chg="mod">
          <ac:chgData name="Plato Tse" userId="7e9150dee13f625a" providerId="LiveId" clId="{454546DD-F862-443E-AAB8-094898F4A326}" dt="2026-04-25T12:07:49.989" v="634" actId="27636"/>
          <ac:spMkLst>
            <pc:docMk/>
            <pc:sldMk cId="4051672732" sldId="281"/>
            <ac:spMk id="2" creationId="{95D58094-FAFA-0AF5-4688-6E97661AB9E2}"/>
          </ac:spMkLst>
        </pc:spChg>
        <pc:spChg chg="mod">
          <ac:chgData name="Plato Tse" userId="7e9150dee13f625a" providerId="LiveId" clId="{454546DD-F862-443E-AAB8-094898F4A326}" dt="2026-04-25T12:20:58.573" v="667" actId="14"/>
          <ac:spMkLst>
            <pc:docMk/>
            <pc:sldMk cId="4051672732" sldId="281"/>
            <ac:spMk id="23" creationId="{B3924C4A-5D52-2E83-5910-D093650F9298}"/>
          </ac:spMkLst>
        </pc:spChg>
      </pc:sldChg>
      <pc:sldChg chg="modSp mod">
        <pc:chgData name="Plato Tse" userId="7e9150dee13f625a" providerId="LiveId" clId="{454546DD-F862-443E-AAB8-094898F4A326}" dt="2026-04-25T12:39:30.015" v="776" actId="255"/>
        <pc:sldMkLst>
          <pc:docMk/>
          <pc:sldMk cId="1263636935" sldId="283"/>
        </pc:sldMkLst>
        <pc:spChg chg="mod">
          <ac:chgData name="Plato Tse" userId="7e9150dee13f625a" providerId="LiveId" clId="{454546DD-F862-443E-AAB8-094898F4A326}" dt="2026-04-25T12:37:59.748" v="691" actId="20577"/>
          <ac:spMkLst>
            <pc:docMk/>
            <pc:sldMk cId="1263636935" sldId="283"/>
            <ac:spMk id="2" creationId="{CFC41727-547D-9591-6845-2AD3D67C7337}"/>
          </ac:spMkLst>
        </pc:spChg>
        <pc:spChg chg="mod">
          <ac:chgData name="Plato Tse" userId="7e9150dee13f625a" providerId="LiveId" clId="{454546DD-F862-443E-AAB8-094898F4A326}" dt="2026-04-25T12:39:30.015" v="776" actId="255"/>
          <ac:spMkLst>
            <pc:docMk/>
            <pc:sldMk cId="1263636935" sldId="283"/>
            <ac:spMk id="13" creationId="{2D7C1F4E-2200-708A-B8D1-8631A46C318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6063AB-68DD-4467-B9F3-CFD39EF31317}" type="datetime1">
              <a:rPr lang="en-GB" smtClean="0"/>
              <a:t>27/04/2026</a:t>
            </a:fld>
            <a:endParaRPr lang="en-GB" dirty="0"/>
          </a:p>
        </p:txBody>
      </p:sp>
      <p:sp>
        <p:nvSpPr>
          <p:cNvPr id="4" name="Footer Placeholder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n-GB" smtClean="0"/>
              <a:t>‹#›</a:t>
            </a:fld>
            <a:endParaRPr lang="en-GB" dirty="0"/>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17B0F02-3072-4C07-8D39-FB97D9D5FCA2}" type="datetime1">
              <a:rPr lang="en-GB" noProof="0" smtClean="0"/>
              <a:t>27/04/2026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n-GB" noProof="0" smtClean="0"/>
              <a:t>‹#›</a:t>
            </a:fld>
            <a:endParaRPr lang="en-GB" noProof="0" dirty="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a:t>
            </a:fld>
            <a:endParaRPr lang="en-GB" dirty="0"/>
          </a:p>
        </p:txBody>
      </p:sp>
    </p:spTree>
    <p:extLst>
      <p:ext uri="{BB962C8B-B14F-4D97-AF65-F5344CB8AC3E}">
        <p14:creationId xmlns:p14="http://schemas.microsoft.com/office/powerpoint/2010/main" val="423958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7612-D996-620F-D6F2-221667568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863-CADD-2793-FE8F-7EFCE89731A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B4F3615-F3D4-E084-811B-5906A9DBC2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6050B1B-98CF-FBD0-CBD3-89ED031E4A42}"/>
              </a:ext>
            </a:extLst>
          </p:cNvPr>
          <p:cNvSpPr>
            <a:spLocks noGrp="1"/>
          </p:cNvSpPr>
          <p:nvPr>
            <p:ph type="sldNum" sz="quarter" idx="5"/>
          </p:nvPr>
        </p:nvSpPr>
        <p:spPr/>
        <p:txBody>
          <a:bodyPr rtlCol="0"/>
          <a:lstStyle/>
          <a:p>
            <a:pPr rtl="0"/>
            <a:fld id="{68B68C18-1BF1-F447-95ED-60EAAE35426E}" type="slidenum">
              <a:rPr lang="en-GB" smtClean="0"/>
              <a:t>2</a:t>
            </a:fld>
            <a:endParaRPr lang="en-GB" dirty="0"/>
          </a:p>
        </p:txBody>
      </p:sp>
    </p:spTree>
    <p:extLst>
      <p:ext uri="{BB962C8B-B14F-4D97-AF65-F5344CB8AC3E}">
        <p14:creationId xmlns:p14="http://schemas.microsoft.com/office/powerpoint/2010/main" val="103427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4814-724B-ACCB-9AEF-3DCE9EFC7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1E334-FAD2-5B2D-5964-C53593EE4A2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5C1417E-FDEA-EC2A-E135-4BF7E4C1345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15ECA9C-4B42-097B-8782-3AF0768558B2}"/>
              </a:ext>
            </a:extLst>
          </p:cNvPr>
          <p:cNvSpPr>
            <a:spLocks noGrp="1"/>
          </p:cNvSpPr>
          <p:nvPr>
            <p:ph type="sldNum" sz="quarter" idx="5"/>
          </p:nvPr>
        </p:nvSpPr>
        <p:spPr/>
        <p:txBody>
          <a:bodyPr rtlCol="0"/>
          <a:lstStyle/>
          <a:p>
            <a:pPr rtl="0"/>
            <a:fld id="{68B68C18-1BF1-F447-95ED-60EAAE35426E}" type="slidenum">
              <a:rPr lang="en-GB" smtClean="0"/>
              <a:t>3</a:t>
            </a:fld>
            <a:endParaRPr lang="en-GB" dirty="0"/>
          </a:p>
        </p:txBody>
      </p:sp>
    </p:spTree>
    <p:extLst>
      <p:ext uri="{BB962C8B-B14F-4D97-AF65-F5344CB8AC3E}">
        <p14:creationId xmlns:p14="http://schemas.microsoft.com/office/powerpoint/2010/main" val="67046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4</a:t>
            </a:fld>
            <a:endParaRPr lang="en-GB" dirty="0"/>
          </a:p>
        </p:txBody>
      </p:sp>
    </p:spTree>
    <p:extLst>
      <p:ext uri="{BB962C8B-B14F-4D97-AF65-F5344CB8AC3E}">
        <p14:creationId xmlns:p14="http://schemas.microsoft.com/office/powerpoint/2010/main" val="81692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5</a:t>
            </a:fld>
            <a:endParaRPr lang="en-GB" dirty="0"/>
          </a:p>
        </p:txBody>
      </p:sp>
    </p:spTree>
    <p:extLst>
      <p:ext uri="{BB962C8B-B14F-4D97-AF65-F5344CB8AC3E}">
        <p14:creationId xmlns:p14="http://schemas.microsoft.com/office/powerpoint/2010/main" val="181141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385F-70FF-3FDC-8480-49891B8F1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2B1F4-77AB-6FA1-BE7B-8ED0E407725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16DABE8-2950-A539-718A-59E0D592D1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770443B-9FD5-A744-8D8F-AFA6BCC6214E}"/>
              </a:ext>
            </a:extLst>
          </p:cNvPr>
          <p:cNvSpPr>
            <a:spLocks noGrp="1"/>
          </p:cNvSpPr>
          <p:nvPr>
            <p:ph type="sldNum" sz="quarter" idx="5"/>
          </p:nvPr>
        </p:nvSpPr>
        <p:spPr/>
        <p:txBody>
          <a:bodyPr rtlCol="0"/>
          <a:lstStyle/>
          <a:p>
            <a:pPr rtl="0"/>
            <a:fld id="{68B68C18-1BF1-F447-95ED-60EAAE35426E}" type="slidenum">
              <a:rPr lang="en-GB" smtClean="0"/>
              <a:t>6</a:t>
            </a:fld>
            <a:endParaRPr lang="en-GB" dirty="0"/>
          </a:p>
        </p:txBody>
      </p:sp>
    </p:spTree>
    <p:extLst>
      <p:ext uri="{BB962C8B-B14F-4D97-AF65-F5344CB8AC3E}">
        <p14:creationId xmlns:p14="http://schemas.microsoft.com/office/powerpoint/2010/main" val="3012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7</a:t>
            </a:fld>
            <a:endParaRPr lang="en-GB" dirty="0"/>
          </a:p>
        </p:txBody>
      </p:sp>
    </p:spTree>
    <p:extLst>
      <p:ext uri="{BB962C8B-B14F-4D97-AF65-F5344CB8AC3E}">
        <p14:creationId xmlns:p14="http://schemas.microsoft.com/office/powerpoint/2010/main" val="13377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EFB8-4858-5B8A-44E1-036090FF5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D80D-6709-309F-89C4-21AB33C536A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0FEF356-9ECC-92E4-4CD1-94338AE784D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CF82A8A-A479-741A-9F6B-F5B66A4FC661}"/>
              </a:ext>
            </a:extLst>
          </p:cNvPr>
          <p:cNvSpPr>
            <a:spLocks noGrp="1"/>
          </p:cNvSpPr>
          <p:nvPr>
            <p:ph type="sldNum" sz="quarter" idx="5"/>
          </p:nvPr>
        </p:nvSpPr>
        <p:spPr/>
        <p:txBody>
          <a:bodyPr rtlCol="0"/>
          <a:lstStyle/>
          <a:p>
            <a:pPr rtl="0"/>
            <a:fld id="{68B68C18-1BF1-F447-95ED-60EAAE35426E}" type="slidenum">
              <a:rPr lang="en-GB" smtClean="0"/>
              <a:t>8</a:t>
            </a:fld>
            <a:endParaRPr lang="en-GB" dirty="0"/>
          </a:p>
        </p:txBody>
      </p:sp>
    </p:spTree>
    <p:extLst>
      <p:ext uri="{BB962C8B-B14F-4D97-AF65-F5344CB8AC3E}">
        <p14:creationId xmlns:p14="http://schemas.microsoft.com/office/powerpoint/2010/main" val="92100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9</a:t>
            </a:fld>
            <a:endParaRPr lang="en-GB" dirty="0"/>
          </a:p>
        </p:txBody>
      </p:sp>
    </p:spTree>
    <p:extLst>
      <p:ext uri="{BB962C8B-B14F-4D97-AF65-F5344CB8AC3E}">
        <p14:creationId xmlns:p14="http://schemas.microsoft.com/office/powerpoint/2010/main" val="2129227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10</a:t>
            </a:fld>
            <a:endParaRPr lang="en-GB" dirty="0"/>
          </a:p>
        </p:txBody>
      </p:sp>
    </p:spTree>
    <p:extLst>
      <p:ext uri="{BB962C8B-B14F-4D97-AF65-F5344CB8AC3E}">
        <p14:creationId xmlns:p14="http://schemas.microsoft.com/office/powerpoint/2010/main" val="126341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11</a:t>
            </a:fld>
            <a:endParaRPr lang="en-GB" dirty="0"/>
          </a:p>
        </p:txBody>
      </p:sp>
    </p:spTree>
    <p:extLst>
      <p:ext uri="{BB962C8B-B14F-4D97-AF65-F5344CB8AC3E}">
        <p14:creationId xmlns:p14="http://schemas.microsoft.com/office/powerpoint/2010/main" val="245663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BE2D-C774-8215-6A35-B346467F0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F4BC-1B1A-C730-DB0C-D7E62A04F79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4E44EDF-6DEC-EA00-F476-E7323E573EF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E4E3EA4-87AD-7070-22C2-0E42169041A8}"/>
              </a:ext>
            </a:extLst>
          </p:cNvPr>
          <p:cNvSpPr>
            <a:spLocks noGrp="1"/>
          </p:cNvSpPr>
          <p:nvPr>
            <p:ph type="sldNum" sz="quarter" idx="5"/>
          </p:nvPr>
        </p:nvSpPr>
        <p:spPr/>
        <p:txBody>
          <a:bodyPr rtlCol="0"/>
          <a:lstStyle/>
          <a:p>
            <a:pPr rtl="0"/>
            <a:fld id="{68B68C18-1BF1-F447-95ED-60EAAE35426E}" type="slidenum">
              <a:rPr lang="en-GB" smtClean="0"/>
              <a:t>12</a:t>
            </a:fld>
            <a:endParaRPr lang="en-GB" dirty="0"/>
          </a:p>
        </p:txBody>
      </p:sp>
    </p:spTree>
    <p:extLst>
      <p:ext uri="{BB962C8B-B14F-4D97-AF65-F5344CB8AC3E}">
        <p14:creationId xmlns:p14="http://schemas.microsoft.com/office/powerpoint/2010/main" val="388401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0FB2-32E7-C5FB-949A-83E73F882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B8FA-315B-66B9-F9A7-E0E7911E654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A390DC3-67E5-8129-48D0-A8CDF7D0DF0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83E071D-CE6F-5E7E-59BD-912865749777}"/>
              </a:ext>
            </a:extLst>
          </p:cNvPr>
          <p:cNvSpPr>
            <a:spLocks noGrp="1"/>
          </p:cNvSpPr>
          <p:nvPr>
            <p:ph type="sldNum" sz="quarter" idx="5"/>
          </p:nvPr>
        </p:nvSpPr>
        <p:spPr/>
        <p:txBody>
          <a:bodyPr rtlCol="0"/>
          <a:lstStyle/>
          <a:p>
            <a:pPr rtl="0"/>
            <a:fld id="{68B68C18-1BF1-F447-95ED-60EAAE35426E}" type="slidenum">
              <a:rPr lang="en-GB" smtClean="0"/>
              <a:t>13</a:t>
            </a:fld>
            <a:endParaRPr lang="en-GB" dirty="0"/>
          </a:p>
        </p:txBody>
      </p:sp>
    </p:spTree>
    <p:extLst>
      <p:ext uri="{BB962C8B-B14F-4D97-AF65-F5344CB8AC3E}">
        <p14:creationId xmlns:p14="http://schemas.microsoft.com/office/powerpoint/2010/main" val="281667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EB30-2EFC-D903-5CC4-5B12BB560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28E68-5B4B-1AB7-C987-3929D04E51E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E949292-1CB6-BD46-6484-38BD6B2BDC1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14A86759-0037-53B1-2E4B-56CCF080BD24}"/>
              </a:ext>
            </a:extLst>
          </p:cNvPr>
          <p:cNvSpPr>
            <a:spLocks noGrp="1"/>
          </p:cNvSpPr>
          <p:nvPr>
            <p:ph type="sldNum" sz="quarter" idx="5"/>
          </p:nvPr>
        </p:nvSpPr>
        <p:spPr/>
        <p:txBody>
          <a:bodyPr rtlCol="0"/>
          <a:lstStyle/>
          <a:p>
            <a:pPr rtl="0"/>
            <a:fld id="{68B68C18-1BF1-F447-95ED-60EAAE35426E}" type="slidenum">
              <a:rPr lang="en-GB" smtClean="0"/>
              <a:t>14</a:t>
            </a:fld>
            <a:endParaRPr lang="en-GB" dirty="0"/>
          </a:p>
        </p:txBody>
      </p:sp>
    </p:spTree>
    <p:extLst>
      <p:ext uri="{BB962C8B-B14F-4D97-AF65-F5344CB8AC3E}">
        <p14:creationId xmlns:p14="http://schemas.microsoft.com/office/powerpoint/2010/main" val="5632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7173D-D430-88AC-79D6-FC440669C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2B2A6-34B5-682A-1E6E-0ED8B26BB70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2460C0A-A947-D529-FD9B-40EE47F4AD1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79B314D-4817-C096-1798-14C52EB14962}"/>
              </a:ext>
            </a:extLst>
          </p:cNvPr>
          <p:cNvSpPr>
            <a:spLocks noGrp="1"/>
          </p:cNvSpPr>
          <p:nvPr>
            <p:ph type="sldNum" sz="quarter" idx="5"/>
          </p:nvPr>
        </p:nvSpPr>
        <p:spPr/>
        <p:txBody>
          <a:bodyPr rtlCol="0"/>
          <a:lstStyle/>
          <a:p>
            <a:pPr rtl="0"/>
            <a:fld id="{68B68C18-1BF1-F447-95ED-60EAAE35426E}" type="slidenum">
              <a:rPr lang="en-GB" smtClean="0"/>
              <a:t>15</a:t>
            </a:fld>
            <a:endParaRPr lang="en-GB"/>
          </a:p>
        </p:txBody>
      </p:sp>
    </p:spTree>
    <p:extLst>
      <p:ext uri="{BB962C8B-B14F-4D97-AF65-F5344CB8AC3E}">
        <p14:creationId xmlns:p14="http://schemas.microsoft.com/office/powerpoint/2010/main" val="3929647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A03D-FAFF-A2D0-CBC1-0FB9B6CDB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48450-60EB-0A0B-AF37-6969B0024C4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56CB37-A0F6-51E0-E23A-922E3CDA0A1B}"/>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48C792A-AFF1-3292-71B3-52BBB36443F7}"/>
              </a:ext>
            </a:extLst>
          </p:cNvPr>
          <p:cNvSpPr>
            <a:spLocks noGrp="1"/>
          </p:cNvSpPr>
          <p:nvPr>
            <p:ph type="sldNum" sz="quarter" idx="5"/>
          </p:nvPr>
        </p:nvSpPr>
        <p:spPr/>
        <p:txBody>
          <a:bodyPr rtlCol="0"/>
          <a:lstStyle/>
          <a:p>
            <a:pPr rtl="0"/>
            <a:fld id="{68B68C18-1BF1-F447-95ED-60EAAE35426E}" type="slidenum">
              <a:rPr lang="en-GB" smtClean="0"/>
              <a:t>16</a:t>
            </a:fld>
            <a:endParaRPr lang="en-GB"/>
          </a:p>
        </p:txBody>
      </p:sp>
    </p:spTree>
    <p:extLst>
      <p:ext uri="{BB962C8B-B14F-4D97-AF65-F5344CB8AC3E}">
        <p14:creationId xmlns:p14="http://schemas.microsoft.com/office/powerpoint/2010/main" val="3504562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88A81-A64F-8856-0D4B-2103F4829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9BF0E-FCC7-4F06-3E19-F83F9D5ADBD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95DE695-4942-9CF0-62B1-F9AD9B584ED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787687F-8251-9A16-3A76-DE6D47676B05}"/>
              </a:ext>
            </a:extLst>
          </p:cNvPr>
          <p:cNvSpPr>
            <a:spLocks noGrp="1"/>
          </p:cNvSpPr>
          <p:nvPr>
            <p:ph type="sldNum" sz="quarter" idx="5"/>
          </p:nvPr>
        </p:nvSpPr>
        <p:spPr/>
        <p:txBody>
          <a:bodyPr rtlCol="0"/>
          <a:lstStyle/>
          <a:p>
            <a:pPr rtl="0"/>
            <a:fld id="{68B68C18-1BF1-F447-95ED-60EAAE35426E}" type="slidenum">
              <a:rPr lang="en-GB" smtClean="0"/>
              <a:t>17</a:t>
            </a:fld>
            <a:endParaRPr lang="en-GB"/>
          </a:p>
        </p:txBody>
      </p:sp>
    </p:spTree>
    <p:extLst>
      <p:ext uri="{BB962C8B-B14F-4D97-AF65-F5344CB8AC3E}">
        <p14:creationId xmlns:p14="http://schemas.microsoft.com/office/powerpoint/2010/main" val="1031336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EF6B5-C787-AB73-FAEB-193034FF6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D9F57-700F-82B5-FE3A-273613CFE4C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F648C43-6CE2-0A8C-F699-DD446D4E042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47E1B89B-7A7F-787E-FD93-A578256FB5D5}"/>
              </a:ext>
            </a:extLst>
          </p:cNvPr>
          <p:cNvSpPr>
            <a:spLocks noGrp="1"/>
          </p:cNvSpPr>
          <p:nvPr>
            <p:ph type="sldNum" sz="quarter" idx="5"/>
          </p:nvPr>
        </p:nvSpPr>
        <p:spPr/>
        <p:txBody>
          <a:bodyPr rtlCol="0"/>
          <a:lstStyle/>
          <a:p>
            <a:pPr rtl="0"/>
            <a:fld id="{68B68C18-1BF1-F447-95ED-60EAAE35426E}" type="slidenum">
              <a:rPr lang="en-GB" smtClean="0"/>
              <a:t>18</a:t>
            </a:fld>
            <a:endParaRPr lang="en-GB"/>
          </a:p>
        </p:txBody>
      </p:sp>
    </p:spTree>
    <p:extLst>
      <p:ext uri="{BB962C8B-B14F-4D97-AF65-F5344CB8AC3E}">
        <p14:creationId xmlns:p14="http://schemas.microsoft.com/office/powerpoint/2010/main" val="2841671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7446-2EA8-37BF-33AF-BF9D927AE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CE908-EFD6-1E17-4070-E0C1483E68A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B52CB71-A5AB-42D4-4E46-4C2D37459D43}"/>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3B56DA9-61FA-DAAF-ED6D-647AAB928C0F}"/>
              </a:ext>
            </a:extLst>
          </p:cNvPr>
          <p:cNvSpPr>
            <a:spLocks noGrp="1"/>
          </p:cNvSpPr>
          <p:nvPr>
            <p:ph type="sldNum" sz="quarter" idx="5"/>
          </p:nvPr>
        </p:nvSpPr>
        <p:spPr/>
        <p:txBody>
          <a:bodyPr rtlCol="0"/>
          <a:lstStyle/>
          <a:p>
            <a:pPr rtl="0"/>
            <a:fld id="{68B68C18-1BF1-F447-95ED-60EAAE35426E}" type="slidenum">
              <a:rPr lang="en-GB" smtClean="0"/>
              <a:t>19</a:t>
            </a:fld>
            <a:endParaRPr lang="en-GB"/>
          </a:p>
        </p:txBody>
      </p:sp>
    </p:spTree>
    <p:extLst>
      <p:ext uri="{BB962C8B-B14F-4D97-AF65-F5344CB8AC3E}">
        <p14:creationId xmlns:p14="http://schemas.microsoft.com/office/powerpoint/2010/main" val="3121842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CA05C-3218-165E-6369-BF6A531ED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3D69D-BAF1-457F-FBDA-B50DF4D2203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89507E8-7247-7DF8-C651-A5A0F595BA8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0AF23A9-6C46-E02F-6053-9323D9F288DA}"/>
              </a:ext>
            </a:extLst>
          </p:cNvPr>
          <p:cNvSpPr>
            <a:spLocks noGrp="1"/>
          </p:cNvSpPr>
          <p:nvPr>
            <p:ph type="sldNum" sz="quarter" idx="5"/>
          </p:nvPr>
        </p:nvSpPr>
        <p:spPr/>
        <p:txBody>
          <a:bodyPr rtlCol="0"/>
          <a:lstStyle/>
          <a:p>
            <a:pPr rtl="0"/>
            <a:fld id="{68B68C18-1BF1-F447-95ED-60EAAE35426E}" type="slidenum">
              <a:rPr lang="en-GB" smtClean="0"/>
              <a:t>20</a:t>
            </a:fld>
            <a:endParaRPr lang="en-GB" dirty="0"/>
          </a:p>
        </p:txBody>
      </p:sp>
    </p:spTree>
    <p:extLst>
      <p:ext uri="{BB962C8B-B14F-4D97-AF65-F5344CB8AC3E}">
        <p14:creationId xmlns:p14="http://schemas.microsoft.com/office/powerpoint/2010/main" val="2761049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8531-4D47-FF0C-DD44-FACC9404E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A883C-020D-9D89-E5DC-0F66172D3F4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1685F20-6655-F436-A1D7-BAE94DA5660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9D6C434-8CC9-D61A-A101-9B757B9B5F8B}"/>
              </a:ext>
            </a:extLst>
          </p:cNvPr>
          <p:cNvSpPr>
            <a:spLocks noGrp="1"/>
          </p:cNvSpPr>
          <p:nvPr>
            <p:ph type="sldNum" sz="quarter" idx="5"/>
          </p:nvPr>
        </p:nvSpPr>
        <p:spPr/>
        <p:txBody>
          <a:bodyPr rtlCol="0"/>
          <a:lstStyle/>
          <a:p>
            <a:pPr rtl="0"/>
            <a:fld id="{68B68C18-1BF1-F447-95ED-60EAAE35426E}" type="slidenum">
              <a:rPr lang="en-GB" smtClean="0"/>
              <a:t>21</a:t>
            </a:fld>
            <a:endParaRPr lang="en-GB" dirty="0"/>
          </a:p>
        </p:txBody>
      </p:sp>
    </p:spTree>
    <p:extLst>
      <p:ext uri="{BB962C8B-B14F-4D97-AF65-F5344CB8AC3E}">
        <p14:creationId xmlns:p14="http://schemas.microsoft.com/office/powerpoint/2010/main" val="339306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920DC-BF1D-9326-C2AA-56AD65220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6E389-B0E9-5FA8-58A9-6A35ADD3A4C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4964CB3-93E7-6D3A-A104-5EC37EE1D28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63FF2B2-14FC-4D66-96AD-4851F0E8F3FB}"/>
              </a:ext>
            </a:extLst>
          </p:cNvPr>
          <p:cNvSpPr>
            <a:spLocks noGrp="1"/>
          </p:cNvSpPr>
          <p:nvPr>
            <p:ph type="sldNum" sz="quarter" idx="5"/>
          </p:nvPr>
        </p:nvSpPr>
        <p:spPr/>
        <p:txBody>
          <a:bodyPr rtlCol="0"/>
          <a:lstStyle/>
          <a:p>
            <a:pPr rtl="0"/>
            <a:fld id="{68B68C18-1BF1-F447-95ED-60EAAE35426E}" type="slidenum">
              <a:rPr lang="en-GB" smtClean="0"/>
              <a:t>22</a:t>
            </a:fld>
            <a:endParaRPr lang="en-GB" dirty="0"/>
          </a:p>
        </p:txBody>
      </p:sp>
    </p:spTree>
    <p:extLst>
      <p:ext uri="{BB962C8B-B14F-4D97-AF65-F5344CB8AC3E}">
        <p14:creationId xmlns:p14="http://schemas.microsoft.com/office/powerpoint/2010/main" val="26012979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CDF7-92A0-D5D5-C5C2-253721129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AD7DD-E3C2-CB0D-6063-D9D0F1D80C3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24EA48A-9E4F-BBAA-6863-F034BA09335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0BB99B7-CE8F-DE29-F251-0C3B12B7569D}"/>
              </a:ext>
            </a:extLst>
          </p:cNvPr>
          <p:cNvSpPr>
            <a:spLocks noGrp="1"/>
          </p:cNvSpPr>
          <p:nvPr>
            <p:ph type="sldNum" sz="quarter" idx="5"/>
          </p:nvPr>
        </p:nvSpPr>
        <p:spPr/>
        <p:txBody>
          <a:bodyPr rtlCol="0"/>
          <a:lstStyle/>
          <a:p>
            <a:pPr rtl="0"/>
            <a:fld id="{68B68C18-1BF1-F447-95ED-60EAAE35426E}" type="slidenum">
              <a:rPr lang="en-GB" smtClean="0"/>
              <a:t>23</a:t>
            </a:fld>
            <a:endParaRPr lang="en-GB" dirty="0"/>
          </a:p>
        </p:txBody>
      </p:sp>
    </p:spTree>
    <p:extLst>
      <p:ext uri="{BB962C8B-B14F-4D97-AF65-F5344CB8AC3E}">
        <p14:creationId xmlns:p14="http://schemas.microsoft.com/office/powerpoint/2010/main" val="3759176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14275-4A5C-287A-305C-D05983FDF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46E72-BD52-5D64-24F2-02FA0838E7A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5CED6C5-1BB2-13B4-8B69-D9764C0D841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FCCB764-D215-2AD5-6D8D-797127AF987B}"/>
              </a:ext>
            </a:extLst>
          </p:cNvPr>
          <p:cNvSpPr>
            <a:spLocks noGrp="1"/>
          </p:cNvSpPr>
          <p:nvPr>
            <p:ph type="sldNum" sz="quarter" idx="5"/>
          </p:nvPr>
        </p:nvSpPr>
        <p:spPr/>
        <p:txBody>
          <a:bodyPr rtlCol="0"/>
          <a:lstStyle/>
          <a:p>
            <a:pPr rtl="0"/>
            <a:fld id="{68B68C18-1BF1-F447-95ED-60EAAE35426E}" type="slidenum">
              <a:rPr lang="en-GB" smtClean="0"/>
              <a:t>24</a:t>
            </a:fld>
            <a:endParaRPr lang="en-GB" dirty="0"/>
          </a:p>
        </p:txBody>
      </p:sp>
    </p:spTree>
    <p:extLst>
      <p:ext uri="{BB962C8B-B14F-4D97-AF65-F5344CB8AC3E}">
        <p14:creationId xmlns:p14="http://schemas.microsoft.com/office/powerpoint/2010/main" val="3399081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1020A-34C6-4BCE-BE28-65A6DFA4E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89E72-08CE-B0BB-CE10-95B538B8E4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33BAA91-7F7F-198E-AEAB-6AAEBB871CF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04C86DEA-7901-8EDD-EEF3-49DB7005D91F}"/>
              </a:ext>
            </a:extLst>
          </p:cNvPr>
          <p:cNvSpPr>
            <a:spLocks noGrp="1"/>
          </p:cNvSpPr>
          <p:nvPr>
            <p:ph type="sldNum" sz="quarter" idx="5"/>
          </p:nvPr>
        </p:nvSpPr>
        <p:spPr/>
        <p:txBody>
          <a:bodyPr rtlCol="0"/>
          <a:lstStyle/>
          <a:p>
            <a:pPr rtl="0"/>
            <a:fld id="{68B68C18-1BF1-F447-95ED-60EAAE35426E}" type="slidenum">
              <a:rPr lang="en-GB" smtClean="0"/>
              <a:t>25</a:t>
            </a:fld>
            <a:endParaRPr lang="en-GB" dirty="0"/>
          </a:p>
        </p:txBody>
      </p:sp>
    </p:spTree>
    <p:extLst>
      <p:ext uri="{BB962C8B-B14F-4D97-AF65-F5344CB8AC3E}">
        <p14:creationId xmlns:p14="http://schemas.microsoft.com/office/powerpoint/2010/main" val="2855372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6915-6AAE-9453-BAA3-D6BA6B25F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98A4E-01EA-8318-F207-3429A505944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C3D9CB3-EAA6-FA93-2299-292DC692FC9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36C9E75-77FB-AE01-4199-CC8F7DA14BE8}"/>
              </a:ext>
            </a:extLst>
          </p:cNvPr>
          <p:cNvSpPr>
            <a:spLocks noGrp="1"/>
          </p:cNvSpPr>
          <p:nvPr>
            <p:ph type="sldNum" sz="quarter" idx="5"/>
          </p:nvPr>
        </p:nvSpPr>
        <p:spPr/>
        <p:txBody>
          <a:bodyPr rtlCol="0"/>
          <a:lstStyle/>
          <a:p>
            <a:pPr rtl="0"/>
            <a:fld id="{68B68C18-1BF1-F447-95ED-60EAAE35426E}" type="slidenum">
              <a:rPr lang="en-GB" smtClean="0"/>
              <a:t>26</a:t>
            </a:fld>
            <a:endParaRPr lang="en-GB" dirty="0"/>
          </a:p>
        </p:txBody>
      </p:sp>
    </p:spTree>
    <p:extLst>
      <p:ext uri="{BB962C8B-B14F-4D97-AF65-F5344CB8AC3E}">
        <p14:creationId xmlns:p14="http://schemas.microsoft.com/office/powerpoint/2010/main" val="3044013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1D5F2-AB84-8192-49F3-6807B2473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E7491-759D-A791-3DD4-DCD228394C0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FD1E273-6F12-5213-0DF5-31E163C7F03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C0474DFA-0426-D1A0-A790-1AB53AB51950}"/>
              </a:ext>
            </a:extLst>
          </p:cNvPr>
          <p:cNvSpPr>
            <a:spLocks noGrp="1"/>
          </p:cNvSpPr>
          <p:nvPr>
            <p:ph type="sldNum" sz="quarter" idx="5"/>
          </p:nvPr>
        </p:nvSpPr>
        <p:spPr/>
        <p:txBody>
          <a:bodyPr rtlCol="0"/>
          <a:lstStyle/>
          <a:p>
            <a:pPr rtl="0"/>
            <a:fld id="{68B68C18-1BF1-F447-95ED-60EAAE35426E}" type="slidenum">
              <a:rPr lang="en-GB" smtClean="0"/>
              <a:t>27</a:t>
            </a:fld>
            <a:endParaRPr lang="en-GB" dirty="0"/>
          </a:p>
        </p:txBody>
      </p:sp>
    </p:spTree>
    <p:extLst>
      <p:ext uri="{BB962C8B-B14F-4D97-AF65-F5344CB8AC3E}">
        <p14:creationId xmlns:p14="http://schemas.microsoft.com/office/powerpoint/2010/main" val="3640675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GB"/>
          </a:p>
        </p:txBody>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n-GB" noProof="0" dirty="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076178D-3F32-40F0-BDF4-CDEBDAACF6DF}"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77402A71-B2DA-4640-AFBC-A08F749C812D}"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4" name="Date Placeholder 3"/>
          <p:cNvSpPr>
            <a:spLocks noGrp="1"/>
          </p:cNvSpPr>
          <p:nvPr>
            <p:ph type="dt" sz="half" idx="10"/>
          </p:nvPr>
        </p:nvSpPr>
        <p:spPr/>
        <p:txBody>
          <a:bodyPr rtlCol="0"/>
          <a:lstStyle/>
          <a:p>
            <a:pPr rtl="0"/>
            <a:fld id="{03735262-5D60-41D9-A9B6-FF5E468F41DF}"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n-GB"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ED3A9150-039F-4FB9-B8A2-F8F4040C0201}"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txBody>
          <a:bodyPr/>
          <a:lstStyle/>
          <a:p>
            <a:endParaRPr lang="en-GB"/>
          </a:p>
        </p:txBody>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72DDA0E7-BF30-41B3-BA7F-0CB648457625}"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hasCustomPrompt="1"/>
          </p:nvPr>
        </p:nvSpPr>
        <p:spPr>
          <a:xfrm>
            <a:off x="762000" y="2831932"/>
            <a:ext cx="3833906" cy="1562638"/>
          </a:xfrm>
        </p:spPr>
        <p:txBody>
          <a:bodyPr rtlCol="0" anchor="b"/>
          <a:lstStyle>
            <a:lvl1pPr>
              <a:defRPr/>
            </a:lvl1pPr>
          </a:lstStyle>
          <a:p>
            <a:pPr rtl="0"/>
            <a:r>
              <a:rPr lang="en-GB" noProof="0"/>
              <a:t>Click to edit your title</a:t>
            </a:r>
          </a:p>
        </p:txBody>
      </p:sp>
      <p:sp>
        <p:nvSpPr>
          <p:cNvPr id="4" name="Date Placeholder 3"/>
          <p:cNvSpPr>
            <a:spLocks noGrp="1"/>
          </p:cNvSpPr>
          <p:nvPr>
            <p:ph type="dt" sz="half" idx="10"/>
          </p:nvPr>
        </p:nvSpPr>
        <p:spPr/>
        <p:txBody>
          <a:bodyPr rtlCol="0"/>
          <a:lstStyle/>
          <a:p>
            <a:pPr rtl="0"/>
            <a:fld id="{80F5BBF8-60EF-4A58-8AA1-0E5D107F711D}"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n-GB" noProof="0" dirty="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GB"/>
          </a:p>
        </p:txBody>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lstStyle/>
          <a:p>
            <a:endParaRPr lang="en-GB"/>
          </a:p>
        </p:txBody>
      </p:sp>
      <p:sp>
        <p:nvSpPr>
          <p:cNvPr id="2" name="Title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1C896760-A52A-4B0A-9FCE-F159B68F95D1}" type="datetime1">
              <a:rPr lang="en-GB" noProof="0" smtClean="0"/>
              <a:t>27/04/2026</a:t>
            </a:fld>
            <a:endParaRPr lang="en-GB" noProof="0" dirty="0"/>
          </a:p>
        </p:txBody>
      </p:sp>
      <p:sp>
        <p:nvSpPr>
          <p:cNvPr id="5" name="Footer Placeholder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n-GB" noProof="0" dirty="0"/>
          </a:p>
        </p:txBody>
      </p:sp>
      <p:sp>
        <p:nvSpPr>
          <p:cNvPr id="6" name="Slide Number Placeholder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GB" noProof="0" smtClean="0"/>
              <a:t>‹#›</a:t>
            </a:fld>
            <a:endParaRPr lang="en-GB" noProof="0" dirty="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DAB8D192-CAF1-4A2C-85C9-1EDA35A31CD8}"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114259A3-C037-4D15-8CC5-E62C0AAC312D}"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n-US" noProof="0" dirty="0"/>
              <a:t>Click icon to add picture</a:t>
            </a:r>
            <a:endParaRPr lang="en-GB" noProof="0" dirty="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3591F197-EE82-41CF-B217-E65F4EC035C7}" type="datetime1">
              <a:rPr lang="en-GB" noProof="0" smtClean="0"/>
              <a:t>27/04/2026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181600" y="540628"/>
            <a:ext cx="6248400" cy="248894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181600" y="3712467"/>
            <a:ext cx="6248400" cy="248222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5529CDE9-2DFB-42D0-9AF7-220768F44449}" type="datetime1">
              <a:rPr lang="en-GB" noProof="0" smtClean="0"/>
              <a:t>27/04/2026</a:t>
            </a:fld>
            <a:endParaRPr lang="en-GB" noProof="0" dirty="0"/>
          </a:p>
        </p:txBody>
      </p:sp>
      <p:sp>
        <p:nvSpPr>
          <p:cNvPr id="6" name="Footer Placeholder 5"/>
          <p:cNvSpPr>
            <a:spLocks noGrp="1"/>
          </p:cNvSpPr>
          <p:nvPr>
            <p:ph type="ftr" sz="quarter" idx="11"/>
          </p:nvPr>
        </p:nvSpPr>
        <p:spPr/>
        <p:txBody>
          <a:bodyPr rtlCol="0"/>
          <a:lstStyle/>
          <a:p>
            <a:pPr rtl="0"/>
            <a:endParaRPr lang="en-GB" noProof="0" dirty="0"/>
          </a:p>
        </p:txBody>
      </p:sp>
      <p:sp>
        <p:nvSpPr>
          <p:cNvPr id="7" name="Slide Number Placeholder 6"/>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95259DA5-60B7-4DC7-997E-4ADDE1E2373F}" type="datetime1">
              <a:rPr lang="en-GB" noProof="0" smtClean="0"/>
              <a:t>27/04/2026</a:t>
            </a:fld>
            <a:endParaRPr lang="en-GB" noProof="0" dirty="0"/>
          </a:p>
        </p:txBody>
      </p:sp>
      <p:sp>
        <p:nvSpPr>
          <p:cNvPr id="8" name="Footer Placeholder 7"/>
          <p:cNvSpPr>
            <a:spLocks noGrp="1"/>
          </p:cNvSpPr>
          <p:nvPr>
            <p:ph type="ftr" sz="quarter" idx="11"/>
          </p:nvPr>
        </p:nvSpPr>
        <p:spPr/>
        <p:txBody>
          <a:bodyPr rtlCol="0"/>
          <a:lstStyle/>
          <a:p>
            <a:pPr rtl="0"/>
            <a:endParaRPr lang="en-GB" noProof="0" dirty="0"/>
          </a:p>
        </p:txBody>
      </p:sp>
      <p:sp>
        <p:nvSpPr>
          <p:cNvPr id="9" name="Slide Number Placeholder 8"/>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7B74DD31-347E-4B54-B7FB-ECCF31FD43E0}" type="datetime1">
              <a:rPr lang="en-GB" noProof="0" smtClean="0"/>
              <a:t>27/04/2026</a:t>
            </a:fld>
            <a:endParaRPr lang="en-GB" noProof="0" dirty="0"/>
          </a:p>
        </p:txBody>
      </p:sp>
      <p:sp>
        <p:nvSpPr>
          <p:cNvPr id="4" name="Footer Placeholder 3"/>
          <p:cNvSpPr>
            <a:spLocks noGrp="1"/>
          </p:cNvSpPr>
          <p:nvPr>
            <p:ph type="ftr" sz="quarter" idx="11"/>
          </p:nvPr>
        </p:nvSpPr>
        <p:spPr/>
        <p:txBody>
          <a:bodyPr rtlCol="0"/>
          <a:lstStyle/>
          <a:p>
            <a:pPr rtl="0"/>
            <a:endParaRPr lang="en-GB" noProof="0" dirty="0"/>
          </a:p>
        </p:txBody>
      </p:sp>
      <p:sp>
        <p:nvSpPr>
          <p:cNvPr id="5" name="Slide Number Placeholder 4"/>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D69DEBE6-9705-4629-B2E2-B813F3EFD0D0}" type="datetime1">
              <a:rPr lang="en-GB" noProof="0" smtClean="0"/>
              <a:t>27/04/2026</a:t>
            </a:fld>
            <a:endParaRPr lang="en-GB" noProof="0" dirty="0"/>
          </a:p>
        </p:txBody>
      </p:sp>
      <p:sp>
        <p:nvSpPr>
          <p:cNvPr id="3" name="Footer Placeholder 2"/>
          <p:cNvSpPr>
            <a:spLocks noGrp="1"/>
          </p:cNvSpPr>
          <p:nvPr>
            <p:ph type="ftr" sz="quarter" idx="11"/>
          </p:nvPr>
        </p:nvSpPr>
        <p:spPr/>
        <p:txBody>
          <a:bodyPr rtlCol="0"/>
          <a:lstStyle/>
          <a:p>
            <a:pPr rtl="0"/>
            <a:endParaRPr lang="en-GB" noProof="0" dirty="0"/>
          </a:p>
        </p:txBody>
      </p:sp>
      <p:sp>
        <p:nvSpPr>
          <p:cNvPr id="4" name="Slide Number Placeholder 3"/>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lstStyle/>
          <a:p>
            <a:endParaRPr lang="en-GB"/>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F887B716-D79C-4B40-B931-1D91F43C7E50}" type="datetime1">
              <a:rPr lang="en-GB" noProof="0" smtClean="0"/>
              <a:t>27/04/2026</a:t>
            </a:fld>
            <a:endParaRPr lang="en-GB" noProof="0" dirty="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n-GB" noProof="0" dirty="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n-GB" noProof="0" smtClean="0"/>
              <a:t>‹#›</a:t>
            </a:fld>
            <a:endParaRPr lang="en-GB" noProof="0" dirty="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nthropedia.org/the-science-of-well-be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5747656" y="1264197"/>
            <a:ext cx="5776678" cy="4268965"/>
          </a:xfrm>
        </p:spPr>
        <p:txBody>
          <a:bodyPr rtlCol="0">
            <a:normAutofit/>
          </a:bodyPr>
          <a:lstStyle/>
          <a:p>
            <a:pPr rtl="0"/>
            <a:r>
              <a:rPr lang="en-GB" sz="4000" dirty="0">
                <a:solidFill>
                  <a:schemeClr val="tx1">
                    <a:lumMod val="85000"/>
                    <a:lumOff val="15000"/>
                  </a:schemeClr>
                </a:solidFill>
              </a:rPr>
              <a:t>HUMA2921</a:t>
            </a:r>
            <a:br>
              <a:rPr lang="en-GB" sz="4000" dirty="0">
                <a:solidFill>
                  <a:schemeClr val="tx1">
                    <a:lumMod val="85000"/>
                    <a:lumOff val="15000"/>
                  </a:schemeClr>
                </a:solidFill>
              </a:rPr>
            </a:br>
            <a:r>
              <a:rPr lang="en-GB" sz="4000" dirty="0">
                <a:solidFill>
                  <a:schemeClr val="tx1">
                    <a:lumMod val="85000"/>
                    <a:lumOff val="15000"/>
                  </a:schemeClr>
                </a:solidFill>
              </a:rPr>
              <a:t>Ethical Theories and Contemporary Issues</a:t>
            </a:r>
            <a:endParaRPr lang="en-GB" sz="5400" dirty="0">
              <a:solidFill>
                <a:schemeClr val="tx1">
                  <a:lumMod val="85000"/>
                  <a:lumOff val="15000"/>
                </a:schemeClr>
              </a:solidFill>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67666" y="3880237"/>
            <a:ext cx="4633806" cy="1862029"/>
          </a:xfrm>
        </p:spPr>
        <p:txBody>
          <a:bodyPr rtlCol="0"/>
          <a:lstStyle/>
          <a:p>
            <a:r>
              <a:rPr lang="en-US" sz="2800" dirty="0">
                <a:solidFill>
                  <a:schemeClr val="tx1">
                    <a:lumMod val="85000"/>
                    <a:lumOff val="15000"/>
                  </a:schemeClr>
                </a:solidFill>
              </a:rPr>
              <a:t>Prof. Plato Tse</a:t>
            </a:r>
          </a:p>
          <a:p>
            <a:r>
              <a:rPr lang="en-US" sz="2800" dirty="0">
                <a:solidFill>
                  <a:schemeClr val="tx1">
                    <a:lumMod val="85000"/>
                    <a:lumOff val="15000"/>
                  </a:schemeClr>
                </a:solidFill>
              </a:rPr>
              <a:t>NCCU &amp; HKUST</a:t>
            </a:r>
          </a:p>
        </p:txBody>
      </p:sp>
      <p:pic>
        <p:nvPicPr>
          <p:cNvPr id="8" name="Picture Placeholder 7" descr="A painting of a person holding a pole&#10;&#10;AI-generated content may be incorrect.">
            <a:extLst>
              <a:ext uri="{FF2B5EF4-FFF2-40B4-BE49-F238E27FC236}">
                <a16:creationId xmlns:a16="http://schemas.microsoft.com/office/drawing/2014/main" id="{BD5FA3F6-CA85-B6A3-1D00-424D54426976}"/>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a:stretch>
            <a:fillRect/>
          </a:stretch>
        </p:blipFill>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5D44-7BC4-72CB-A87D-4792E14CD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065B57-247B-FEF7-35BC-F85D1F59EC80}"/>
              </a:ext>
            </a:extLst>
          </p:cNvPr>
          <p:cNvSpPr>
            <a:spLocks noGrp="1"/>
          </p:cNvSpPr>
          <p:nvPr>
            <p:ph type="title"/>
          </p:nvPr>
        </p:nvSpPr>
        <p:spPr>
          <a:xfrm>
            <a:off x="304800" y="559678"/>
            <a:ext cx="4291106" cy="4952492"/>
          </a:xfrm>
        </p:spPr>
        <p:txBody>
          <a:bodyPr rtlCol="0"/>
          <a:lstStyle/>
          <a:p>
            <a:pPr rtl="0"/>
            <a:r>
              <a:rPr lang="en-US" b="1" dirty="0"/>
              <a:t>Virtue Ethics</a:t>
            </a:r>
            <a:endParaRPr lang="en-GB" b="1" dirty="0"/>
          </a:p>
        </p:txBody>
      </p:sp>
      <p:sp>
        <p:nvSpPr>
          <p:cNvPr id="8" name="TextBox 7">
            <a:extLst>
              <a:ext uri="{FF2B5EF4-FFF2-40B4-BE49-F238E27FC236}">
                <a16:creationId xmlns:a16="http://schemas.microsoft.com/office/drawing/2014/main" id="{685B037A-5AD3-86F6-5942-22B3F7E933EF}"/>
              </a:ext>
            </a:extLst>
          </p:cNvPr>
          <p:cNvSpPr txBox="1"/>
          <p:nvPr/>
        </p:nvSpPr>
        <p:spPr>
          <a:xfrm>
            <a:off x="5181599" y="384313"/>
            <a:ext cx="6602412" cy="5253979"/>
          </a:xfrm>
          <a:prstGeom prst="rect">
            <a:avLst/>
          </a:prstGeom>
          <a:noFill/>
        </p:spPr>
        <p:txBody>
          <a:bodyPr wrap="square" rtlCol="0">
            <a:noAutofit/>
          </a:bodyPr>
          <a:lstStyle/>
          <a:p>
            <a:pPr marL="457200" indent="-457200">
              <a:lnSpc>
                <a:spcPct val="116000"/>
              </a:lnSpc>
              <a:buFont typeface="Arial" panose="020B0604020202020204" pitchFamily="34" charset="0"/>
              <a:buChar char="•"/>
            </a:pPr>
            <a:r>
              <a:rPr lang="en-US" altLang="zh-TW" sz="3200" dirty="0">
                <a:latin typeface="Times New Roman, serif"/>
              </a:rPr>
              <a:t>In moral thought, we look to individuals as models, e.g., Jesus, Buddha, Socrates, Mother Theresa, nelson Mandela, and Martin Luther King etc.</a:t>
            </a:r>
          </a:p>
          <a:p>
            <a:pPr marL="457200" indent="-457200">
              <a:lnSpc>
                <a:spcPct val="116000"/>
              </a:lnSpc>
              <a:buFont typeface="Arial" panose="020B0604020202020204" pitchFamily="34" charset="0"/>
              <a:buChar char="•"/>
            </a:pPr>
            <a:r>
              <a:rPr lang="en-US" altLang="zh-TW" sz="3200" dirty="0">
                <a:latin typeface="Times New Roman, serif"/>
              </a:rPr>
              <a:t>The qualities that characterize such persons are called virtues. </a:t>
            </a:r>
          </a:p>
          <a:p>
            <a:pPr marL="457200" indent="-457200">
              <a:lnSpc>
                <a:spcPct val="116000"/>
              </a:lnSpc>
              <a:buFont typeface="Arial" panose="020B0604020202020204" pitchFamily="34" charset="0"/>
              <a:buChar char="•"/>
            </a:pPr>
            <a:r>
              <a:rPr lang="en-US" altLang="zh-TW" sz="3200" dirty="0">
                <a:latin typeface="Times New Roman, serif"/>
              </a:rPr>
              <a:t>Moral theories that take virtue to be central for understanding morality are called virtue ethics. </a:t>
            </a:r>
            <a:endParaRPr lang="en-HK" altLang="zh-TW" sz="3200" dirty="0">
              <a:effectLst/>
              <a:latin typeface="Times New Roman, serif"/>
            </a:endParaRPr>
          </a:p>
          <a:p>
            <a:pPr marL="457200" indent="-457200" algn="l" rtl="0">
              <a:lnSpc>
                <a:spcPct val="116000"/>
              </a:lnSpc>
              <a:buFont typeface="Arial" panose="020B0604020202020204" pitchFamily="34" charset="0"/>
              <a:buChar char="•"/>
            </a:pPr>
            <a:endParaRPr lang="en-HK" altLang="zh-TW" sz="3200" dirty="0">
              <a:effectLst/>
            </a:endParaRPr>
          </a:p>
        </p:txBody>
      </p:sp>
      <p:sp>
        <p:nvSpPr>
          <p:cNvPr id="5" name="Slide Number Placeholder 4">
            <a:extLst>
              <a:ext uri="{FF2B5EF4-FFF2-40B4-BE49-F238E27FC236}">
                <a16:creationId xmlns:a16="http://schemas.microsoft.com/office/drawing/2014/main" id="{C665AFD4-B7AE-8BAF-6EB4-727A283BAF2D}"/>
              </a:ext>
            </a:extLst>
          </p:cNvPr>
          <p:cNvSpPr>
            <a:spLocks noGrp="1"/>
          </p:cNvSpPr>
          <p:nvPr>
            <p:ph type="sldNum" sz="quarter" idx="12"/>
          </p:nvPr>
        </p:nvSpPr>
        <p:spPr/>
        <p:txBody>
          <a:bodyPr rtlCol="0"/>
          <a:lstStyle/>
          <a:p>
            <a:pPr rtl="0"/>
            <a:fld id="{13D2E340-0663-474B-992C-9192B5C45E57}" type="slidenum">
              <a:rPr lang="en-GB" smtClean="0"/>
              <a:t>2</a:t>
            </a:fld>
            <a:endParaRPr lang="en-GB" dirty="0"/>
          </a:p>
        </p:txBody>
      </p:sp>
    </p:spTree>
    <p:extLst>
      <p:ext uri="{BB962C8B-B14F-4D97-AF65-F5344CB8AC3E}">
        <p14:creationId xmlns:p14="http://schemas.microsoft.com/office/powerpoint/2010/main" val="39748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E9BC-EFE7-8138-3BD0-F32624A8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CFFB-2C33-F99E-4D4B-B23ADBF5AB11}"/>
              </a:ext>
            </a:extLst>
          </p:cNvPr>
          <p:cNvSpPr>
            <a:spLocks noGrp="1"/>
          </p:cNvSpPr>
          <p:nvPr>
            <p:ph type="title"/>
          </p:nvPr>
        </p:nvSpPr>
        <p:spPr>
          <a:xfrm>
            <a:off x="478971" y="305054"/>
            <a:ext cx="4116935" cy="2367808"/>
          </a:xfrm>
        </p:spPr>
        <p:txBody>
          <a:bodyPr rtlCol="0">
            <a:noAutofit/>
          </a:bodyPr>
          <a:lstStyle/>
          <a:p>
            <a:r>
              <a:rPr lang="en-US" b="1" dirty="0"/>
              <a:t>What is virtue? </a:t>
            </a:r>
            <a:endParaRPr lang="en-GB" b="1" dirty="0"/>
          </a:p>
        </p:txBody>
      </p:sp>
      <p:sp>
        <p:nvSpPr>
          <p:cNvPr id="3" name="Slide Number Placeholder 2">
            <a:extLst>
              <a:ext uri="{FF2B5EF4-FFF2-40B4-BE49-F238E27FC236}">
                <a16:creationId xmlns:a16="http://schemas.microsoft.com/office/drawing/2014/main" id="{C047B17F-ECA2-8582-2E9E-41BF6476404F}"/>
              </a:ext>
            </a:extLst>
          </p:cNvPr>
          <p:cNvSpPr>
            <a:spLocks noGrp="1"/>
          </p:cNvSpPr>
          <p:nvPr>
            <p:ph type="sldNum" sz="quarter" idx="12"/>
          </p:nvPr>
        </p:nvSpPr>
        <p:spPr/>
        <p:txBody>
          <a:bodyPr rtlCol="0"/>
          <a:lstStyle/>
          <a:p>
            <a:pPr rtl="0"/>
            <a:fld id="{13D2E340-0663-474B-992C-9192B5C45E57}" type="slidenum">
              <a:rPr lang="en-GB" smtClean="0"/>
              <a:t>3</a:t>
            </a:fld>
            <a:endParaRPr lang="en-GB" dirty="0"/>
          </a:p>
        </p:txBody>
      </p:sp>
      <p:sp>
        <p:nvSpPr>
          <p:cNvPr id="13" name="TextBox 12">
            <a:extLst>
              <a:ext uri="{FF2B5EF4-FFF2-40B4-BE49-F238E27FC236}">
                <a16:creationId xmlns:a16="http://schemas.microsoft.com/office/drawing/2014/main" id="{B5C3795E-6FC3-81C9-9A90-042DF215BA4B}"/>
              </a:ext>
            </a:extLst>
          </p:cNvPr>
          <p:cNvSpPr txBox="1"/>
          <p:nvPr/>
        </p:nvSpPr>
        <p:spPr>
          <a:xfrm>
            <a:off x="5181599" y="305054"/>
            <a:ext cx="6602412" cy="4952492"/>
          </a:xfrm>
          <a:prstGeom prst="rect">
            <a:avLst/>
          </a:prstGeom>
          <a:noFill/>
        </p:spPr>
        <p:txBody>
          <a:bodyPr wrap="square" rtlCol="0">
            <a:noAutofit/>
          </a:bodyPr>
          <a:lstStyle/>
          <a:p>
            <a:pPr marL="742950" indent="-742950" algn="just">
              <a:buFont typeface="+mj-lt"/>
              <a:buAutoNum type="arabicPeriod"/>
            </a:pPr>
            <a:r>
              <a:rPr lang="en-US" sz="3600" dirty="0">
                <a:latin typeface="Times New Roman" panose="02020603050405020304" pitchFamily="18" charset="0"/>
                <a:ea typeface="PMingLiU" panose="02020500000000000000" pitchFamily="18" charset="-120"/>
              </a:rPr>
              <a:t>A relatively fixed trait of character or mind </a:t>
            </a:r>
          </a:p>
          <a:p>
            <a:pPr marL="742950" indent="-742950" algn="just">
              <a:buFont typeface="+mj-lt"/>
              <a:buAutoNum type="arabicPeriod"/>
            </a:pPr>
            <a:r>
              <a:rPr lang="en-US" sz="3600" dirty="0">
                <a:latin typeface="Times New Roman" panose="02020603050405020304" pitchFamily="18" charset="0"/>
                <a:ea typeface="PMingLiU" panose="02020500000000000000" pitchFamily="18" charset="-120"/>
              </a:rPr>
              <a:t>Involves dispositions to think, reason, feel, and act in certain ways across a range of different circumstances</a:t>
            </a:r>
          </a:p>
          <a:p>
            <a:pPr marL="742950" indent="-742950" algn="just">
              <a:buFont typeface="+mj-lt"/>
              <a:buAutoNum type="arabicPeriod"/>
            </a:pPr>
            <a:r>
              <a:rPr lang="en-US" sz="3600" dirty="0">
                <a:latin typeface="Times New Roman" panose="02020603050405020304" pitchFamily="18" charset="0"/>
                <a:ea typeface="PMingLiU" panose="02020500000000000000" pitchFamily="18" charset="-120"/>
              </a:rPr>
              <a:t>Central in the positive evaluation of the moral worth of persons</a:t>
            </a:r>
            <a:endParaRPr lang="en-GB" sz="36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7078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304800" y="559678"/>
            <a:ext cx="4291106" cy="4952492"/>
          </a:xfrm>
        </p:spPr>
        <p:txBody>
          <a:bodyPr rtlCol="0"/>
          <a:lstStyle/>
          <a:p>
            <a:r>
              <a:rPr lang="en-US" altLang="zh-TW" b="1" dirty="0"/>
              <a:t>What is virtue? </a:t>
            </a:r>
            <a:endParaRPr lang="en-GB" b="1" dirty="0"/>
          </a:p>
        </p:txBody>
      </p:sp>
      <p:sp>
        <p:nvSpPr>
          <p:cNvPr id="8" name="TextBox 7">
            <a:extLst>
              <a:ext uri="{FF2B5EF4-FFF2-40B4-BE49-F238E27FC236}">
                <a16:creationId xmlns:a16="http://schemas.microsoft.com/office/drawing/2014/main" id="{5FC6C278-4035-446A-A94B-030E792FDDF5}"/>
              </a:ext>
            </a:extLst>
          </p:cNvPr>
          <p:cNvSpPr txBox="1"/>
          <p:nvPr/>
        </p:nvSpPr>
        <p:spPr>
          <a:xfrm>
            <a:off x="5181599" y="559679"/>
            <a:ext cx="6602412" cy="5413038"/>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Three Components </a:t>
            </a:r>
            <a:r>
              <a:rPr lang="en-GB" sz="3600" dirty="0">
                <a:latin typeface="Times New Roman" panose="02020603050405020304" pitchFamily="18" charset="0"/>
                <a:ea typeface="PMingLiU" panose="02020500000000000000" pitchFamily="18" charset="-120"/>
              </a:rPr>
              <a:t>(honesty)</a:t>
            </a:r>
            <a:r>
              <a:rPr lang="en-GB" sz="3600" i="1" dirty="0">
                <a:latin typeface="Times New Roman" panose="02020603050405020304" pitchFamily="18" charset="0"/>
                <a:ea typeface="PMingLiU" panose="02020500000000000000" pitchFamily="18" charset="-120"/>
              </a:rPr>
              <a:t>: </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Intellectual component</a:t>
            </a:r>
          </a:p>
          <a:p>
            <a:pPr marL="1200150" lvl="1" indent="-74295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Correct beliefs about when telling the truth is appropriate</a:t>
            </a:r>
            <a:endParaRPr lang="en-GB" sz="3200" dirty="0">
              <a:latin typeface="Times New Roman" panose="02020603050405020304" pitchFamily="18" charset="0"/>
              <a:ea typeface="PMingLiU" panose="02020500000000000000" pitchFamily="18" charset="-120"/>
            </a:endParaRP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Affective component</a:t>
            </a:r>
          </a:p>
          <a:p>
            <a:pPr marL="1200150" lvl="1" indent="-7429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E.g., </a:t>
            </a:r>
            <a:r>
              <a:rPr lang="en-US" sz="3200" dirty="0">
                <a:latin typeface="Times New Roman" panose="02020603050405020304" pitchFamily="18" charset="0"/>
                <a:ea typeface="PMingLiU" panose="02020500000000000000" pitchFamily="18" charset="-120"/>
              </a:rPr>
              <a:t>disposed to feel and express approval toward those who tell the truth</a:t>
            </a:r>
            <a:endParaRPr lang="en-GB" sz="3200" dirty="0">
              <a:latin typeface="Times New Roman" panose="02020603050405020304" pitchFamily="18" charset="0"/>
              <a:ea typeface="PMingLiU" panose="02020500000000000000" pitchFamily="18" charset="-120"/>
            </a:endParaRP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Motivational-behavioral component</a:t>
            </a:r>
          </a:p>
          <a:p>
            <a:pPr marL="1200150" lvl="1" indent="-7429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E.g., </a:t>
            </a:r>
            <a:r>
              <a:rPr lang="en-US" sz="3200" dirty="0">
                <a:latin typeface="Times New Roman" panose="02020603050405020304" pitchFamily="18" charset="0"/>
                <a:ea typeface="PMingLiU" panose="02020500000000000000" pitchFamily="18" charset="-120"/>
              </a:rPr>
              <a:t>disposed to tell the truth and avoid telling lies </a:t>
            </a:r>
            <a:endParaRPr lang="en-GB" sz="32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4</a:t>
            </a:fld>
            <a:endParaRPr lang="en-GB" dirty="0"/>
          </a:p>
        </p:txBody>
      </p:sp>
    </p:spTree>
    <p:extLst>
      <p:ext uri="{BB962C8B-B14F-4D97-AF65-F5344CB8AC3E}">
        <p14:creationId xmlns:p14="http://schemas.microsoft.com/office/powerpoint/2010/main" val="23945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a:xfrm>
            <a:off x="478971" y="559678"/>
            <a:ext cx="4116935" cy="1719696"/>
          </a:xfrm>
        </p:spPr>
        <p:txBody>
          <a:bodyPr rtlCol="0">
            <a:normAutofit/>
          </a:bodyPr>
          <a:lstStyle/>
          <a:p>
            <a:r>
              <a:rPr lang="en-US" b="1" dirty="0"/>
              <a:t>What is virtue? </a:t>
            </a:r>
            <a:endParaRPr lang="en-GB" b="1" dirty="0"/>
          </a:p>
        </p:txBody>
      </p:sp>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GB" smtClean="0"/>
              <a:t>5</a:t>
            </a:fld>
            <a:endParaRPr lang="en-GB" dirty="0"/>
          </a:p>
        </p:txBody>
      </p:sp>
      <p:sp>
        <p:nvSpPr>
          <p:cNvPr id="13" name="TextBox 12">
            <a:extLst>
              <a:ext uri="{FF2B5EF4-FFF2-40B4-BE49-F238E27FC236}">
                <a16:creationId xmlns:a16="http://schemas.microsoft.com/office/drawing/2014/main" id="{B079FE37-E63F-6B83-3B38-614E7772BF5D}"/>
              </a:ext>
            </a:extLst>
          </p:cNvPr>
          <p:cNvSpPr txBox="1"/>
          <p:nvPr/>
        </p:nvSpPr>
        <p:spPr>
          <a:xfrm>
            <a:off x="4982817" y="305054"/>
            <a:ext cx="6801194" cy="4952492"/>
          </a:xfrm>
          <a:prstGeom prst="rect">
            <a:avLst/>
          </a:prstGeom>
          <a:noFill/>
        </p:spPr>
        <p:txBody>
          <a:bodyPr wrap="square" rtlCol="0">
            <a:noAutofit/>
          </a:bodyPr>
          <a:lstStyle/>
          <a:p>
            <a:pPr marL="514350" indent="-514350" algn="just" rtl="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Acquired by practice and exercise (</a:t>
            </a:r>
            <a:r>
              <a:rPr lang="en-US" sz="3200" dirty="0">
                <a:latin typeface="Times New Roman" panose="02020603050405020304" pitchFamily="18" charset="0"/>
                <a:ea typeface="PMingLiU" panose="02020500000000000000" pitchFamily="18" charset="-120"/>
                <a:cs typeface="Times New Roman" panose="02020603050405020304" pitchFamily="18" charset="0"/>
              </a:rPr>
              <a:t>≠ naturally endowed excellences</a:t>
            </a:r>
            <a:r>
              <a:rPr lang="en-US" sz="3200" dirty="0">
                <a:latin typeface="Times New Roman" panose="02020603050405020304" pitchFamily="18" charset="0"/>
                <a:ea typeface="PMingLiU" panose="02020500000000000000" pitchFamily="18" charset="-120"/>
              </a:rPr>
              <a:t>)</a:t>
            </a:r>
          </a:p>
          <a:p>
            <a:pPr marL="514350" indent="-514350" algn="just" rtl="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Virtues could be hierarchically arranged.</a:t>
            </a:r>
          </a:p>
          <a:p>
            <a:pPr marL="971550" lvl="1" indent="-5143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Cardinal virtues:</a:t>
            </a:r>
          </a:p>
          <a:p>
            <a:pPr marL="1428750" lvl="2" indent="-5143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Not dependent on other virtues </a:t>
            </a:r>
          </a:p>
          <a:p>
            <a:pPr marL="1428750" lvl="2" indent="-5143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Other virtues are subordinate to them</a:t>
            </a:r>
          </a:p>
          <a:p>
            <a:pPr marL="971550" lvl="1" indent="-5143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Greek: Wisdom, courage, temperance, and justice</a:t>
            </a:r>
          </a:p>
          <a:p>
            <a:pPr marL="971550" lvl="1" indent="-5143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Christian: faith, hope, and love, prudence, fortitude, temperance, and justice</a:t>
            </a:r>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3EB3-9E33-A774-40CE-4653C9CC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58094-FAFA-0AF5-4688-6E97661AB9E2}"/>
              </a:ext>
            </a:extLst>
          </p:cNvPr>
          <p:cNvSpPr>
            <a:spLocks noGrp="1"/>
          </p:cNvSpPr>
          <p:nvPr>
            <p:ph type="title"/>
          </p:nvPr>
        </p:nvSpPr>
        <p:spPr>
          <a:xfrm>
            <a:off x="530578" y="559678"/>
            <a:ext cx="4065328" cy="2221622"/>
          </a:xfrm>
        </p:spPr>
        <p:txBody>
          <a:bodyPr rtlCol="0">
            <a:normAutofit fontScale="90000"/>
          </a:bodyPr>
          <a:lstStyle/>
          <a:p>
            <a:r>
              <a:rPr lang="en-US" b="1" dirty="0"/>
              <a:t>Aristotle on Virtue and the Good Life</a:t>
            </a:r>
            <a:endParaRPr lang="en-GB" b="1" dirty="0"/>
          </a:p>
        </p:txBody>
      </p:sp>
      <p:sp>
        <p:nvSpPr>
          <p:cNvPr id="7" name="Slide Number Placeholder 6">
            <a:extLst>
              <a:ext uri="{FF2B5EF4-FFF2-40B4-BE49-F238E27FC236}">
                <a16:creationId xmlns:a16="http://schemas.microsoft.com/office/drawing/2014/main" id="{8DAF5447-EB0B-C3D3-9C29-329E67F6EAFA}"/>
              </a:ext>
            </a:extLst>
          </p:cNvPr>
          <p:cNvSpPr>
            <a:spLocks noGrp="1"/>
          </p:cNvSpPr>
          <p:nvPr>
            <p:ph type="sldNum" sz="quarter" idx="12"/>
          </p:nvPr>
        </p:nvSpPr>
        <p:spPr/>
        <p:txBody>
          <a:bodyPr rtlCol="0"/>
          <a:lstStyle/>
          <a:p>
            <a:pPr rtl="0"/>
            <a:fld id="{13D2E340-0663-474B-992C-9192B5C45E57}" type="slidenum">
              <a:rPr lang="en-GB" smtClean="0"/>
              <a:t>6</a:t>
            </a:fld>
            <a:endParaRPr lang="en-GB" dirty="0"/>
          </a:p>
        </p:txBody>
      </p:sp>
      <p:sp>
        <p:nvSpPr>
          <p:cNvPr id="23" name="TextBox 22">
            <a:extLst>
              <a:ext uri="{FF2B5EF4-FFF2-40B4-BE49-F238E27FC236}">
                <a16:creationId xmlns:a16="http://schemas.microsoft.com/office/drawing/2014/main" id="{B3924C4A-5D52-2E83-5910-D093650F9298}"/>
              </a:ext>
            </a:extLst>
          </p:cNvPr>
          <p:cNvSpPr txBox="1"/>
          <p:nvPr/>
        </p:nvSpPr>
        <p:spPr>
          <a:xfrm>
            <a:off x="5181599" y="559678"/>
            <a:ext cx="6593768" cy="5078614"/>
          </a:xfrm>
          <a:prstGeom prst="rect">
            <a:avLst/>
          </a:prstGeom>
          <a:noFill/>
        </p:spPr>
        <p:txBody>
          <a:bodyPr wrap="square" rtlCol="0">
            <a:noAutofit/>
          </a:bodyPr>
          <a:lstStyle/>
          <a:p>
            <a:pPr marL="571500" indent="-571500" algn="l" rtl="0">
              <a:lnSpc>
                <a:spcPct val="116000"/>
              </a:lnSpc>
              <a:buFont typeface="Arial" panose="020B0604020202020204" pitchFamily="34" charset="0"/>
              <a:buChar char="•"/>
            </a:pPr>
            <a:r>
              <a:rPr lang="en-GB" altLang="zh-TW" sz="3600" i="1" dirty="0">
                <a:effectLst/>
                <a:latin typeface="Times New Roman, serif"/>
              </a:rPr>
              <a:t>Nicomachean Ethics</a:t>
            </a:r>
          </a:p>
          <a:p>
            <a:pPr marL="571500" indent="-571500" algn="l" rtl="0">
              <a:lnSpc>
                <a:spcPct val="116000"/>
              </a:lnSpc>
              <a:buFont typeface="Arial" panose="020B0604020202020204" pitchFamily="34" charset="0"/>
              <a:buChar char="•"/>
            </a:pPr>
            <a:r>
              <a:rPr lang="en-US" altLang="zh-TW" sz="3600" dirty="0">
                <a:effectLst/>
                <a:latin typeface="Times New Roman" panose="02020603050405020304" pitchFamily="18" charset="0"/>
                <a:cs typeface="Times New Roman" panose="02020603050405020304" pitchFamily="18" charset="0"/>
              </a:rPr>
              <a:t>Human activities all aim at some end, or good.</a:t>
            </a:r>
          </a:p>
          <a:p>
            <a:pPr marL="571500" indent="-571500" algn="l" rtl="0">
              <a:lnSpc>
                <a:spcPct val="116000"/>
              </a:lnSpc>
              <a:buFont typeface="Arial" panose="020B0604020202020204" pitchFamily="34" charset="0"/>
              <a:buChar char="•"/>
            </a:pPr>
            <a:r>
              <a:rPr lang="en-US" altLang="zh-TW" sz="3600" dirty="0">
                <a:effectLst/>
                <a:latin typeface="Times New Roman" panose="02020603050405020304" pitchFamily="18" charset="0"/>
                <a:cs typeface="Times New Roman" panose="02020603050405020304" pitchFamily="18" charset="0"/>
              </a:rPr>
              <a:t>The highest good would be that end (or set of ends) that is most choice-worthy.</a:t>
            </a:r>
          </a:p>
          <a:p>
            <a:pPr marL="1028700" lvl="1" indent="-571500">
              <a:lnSpc>
                <a:spcPct val="116000"/>
              </a:lnSpc>
              <a:buFont typeface="Arial" panose="020B0604020202020204" pitchFamily="34" charset="0"/>
              <a:buChar char="•"/>
            </a:pPr>
            <a:r>
              <a:rPr lang="en-GB" altLang="zh-TW" sz="3600" dirty="0">
                <a:latin typeface="Times New Roman" panose="02020603050405020304" pitchFamily="18" charset="0"/>
                <a:cs typeface="Times New Roman" panose="02020603050405020304" pitchFamily="18" charset="0"/>
              </a:rPr>
              <a:t>U</a:t>
            </a:r>
            <a:r>
              <a:rPr lang="en-GB" altLang="zh-TW" sz="3600" dirty="0">
                <a:effectLst/>
                <a:latin typeface="Times New Roman" panose="02020603050405020304" pitchFamily="18" charset="0"/>
                <a:cs typeface="Times New Roman" panose="02020603050405020304" pitchFamily="18" charset="0"/>
              </a:rPr>
              <a:t>nconditionally complete</a:t>
            </a:r>
          </a:p>
          <a:p>
            <a:pPr marL="1028700" lvl="1" indent="-571500">
              <a:lnSpc>
                <a:spcPct val="116000"/>
              </a:lnSpc>
              <a:buFont typeface="Arial" panose="020B0604020202020204" pitchFamily="34" charset="0"/>
              <a:buChar char="•"/>
            </a:pPr>
            <a:r>
              <a:rPr lang="en-GB" altLang="zh-TW" sz="3600" dirty="0">
                <a:effectLst/>
                <a:latin typeface="Times New Roman" panose="02020603050405020304" pitchFamily="18" charset="0"/>
                <a:cs typeface="Times New Roman" panose="02020603050405020304" pitchFamily="18" charset="0"/>
              </a:rPr>
              <a:t>Self-sufficient</a:t>
            </a:r>
          </a:p>
          <a:p>
            <a:pPr marL="571500" indent="-571500">
              <a:lnSpc>
                <a:spcPct val="116000"/>
              </a:lnSpc>
              <a:buFont typeface="Arial" panose="020B0604020202020204" pitchFamily="34" charset="0"/>
              <a:buChar char="•"/>
            </a:pPr>
            <a:endParaRPr lang="en-GB" altLang="zh-TW" sz="3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167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281355" y="559677"/>
            <a:ext cx="4314552" cy="2605553"/>
          </a:xfrm>
        </p:spPr>
        <p:txBody>
          <a:bodyPr rtlCol="0">
            <a:normAutofit/>
          </a:bodyPr>
          <a:lstStyle/>
          <a:p>
            <a:pPr rtl="0"/>
            <a:r>
              <a:rPr lang="en-US" b="1" dirty="0"/>
              <a:t>The Function Argument</a:t>
            </a:r>
            <a:endParaRPr lang="en-GB" b="1" dirty="0"/>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7</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3"/>
            <a:ext cx="6602412" cy="5965117"/>
          </a:xfrm>
          <a:prstGeom prst="rect">
            <a:avLst/>
          </a:prstGeom>
          <a:noFill/>
        </p:spPr>
        <p:txBody>
          <a:bodyPr wrap="square" rtlCol="0">
            <a:noAutofit/>
          </a:bodyPr>
          <a:lstStyle/>
          <a:p>
            <a:pPr marL="514350" indent="-514350" algn="just" rtl="0">
              <a:buFont typeface="+mj-lt"/>
              <a:buAutoNum type="arabicPeriod"/>
            </a:pPr>
            <a:r>
              <a:rPr lang="en-US" sz="2600" dirty="0">
                <a:latin typeface="Times New Roman" panose="02020603050405020304" pitchFamily="18" charset="0"/>
                <a:ea typeface="PMingLiU" panose="02020500000000000000" pitchFamily="18" charset="-120"/>
              </a:rPr>
              <a:t>The highest good of human beings concerns their purpose or function as human beings.</a:t>
            </a:r>
          </a:p>
          <a:p>
            <a:pPr marL="514350" indent="-514350" algn="just" rtl="0">
              <a:buFont typeface="+mj-lt"/>
              <a:buAutoNum type="arabicPeriod"/>
            </a:pPr>
            <a:r>
              <a:rPr lang="en-US" sz="2600" dirty="0">
                <a:latin typeface="Times New Roman" panose="02020603050405020304" pitchFamily="18" charset="0"/>
                <a:ea typeface="PMingLiU" panose="02020500000000000000" pitchFamily="18" charset="-120"/>
              </a:rPr>
              <a:t>The purpose or function of human beings concerns what is distinctive of such beings.</a:t>
            </a:r>
          </a:p>
          <a:p>
            <a:pPr marL="514350" indent="-514350" algn="just" rtl="0">
              <a:buFont typeface="+mj-lt"/>
              <a:buAutoNum type="arabicPeriod"/>
            </a:pPr>
            <a:r>
              <a:rPr lang="en-US" sz="2600" dirty="0">
                <a:latin typeface="Times New Roman" panose="02020603050405020304" pitchFamily="18" charset="0"/>
                <a:ea typeface="PMingLiU" panose="02020500000000000000" pitchFamily="18" charset="-120"/>
              </a:rPr>
              <a:t>Rationality is distinctive of humans and hence its exercise is central in understanding the function of human beings.</a:t>
            </a:r>
          </a:p>
          <a:p>
            <a:pPr marL="514350" indent="-514350" algn="just" rtl="0">
              <a:buFont typeface="+mj-lt"/>
              <a:buAutoNum type="arabicPeriod"/>
            </a:pPr>
            <a:r>
              <a:rPr lang="en-US" sz="2600" dirty="0">
                <a:latin typeface="Times New Roman" panose="02020603050405020304" pitchFamily="18" charset="0"/>
                <a:ea typeface="PMingLiU" panose="02020500000000000000" pitchFamily="18" charset="-120"/>
              </a:rPr>
              <a:t>The highest good of human beings involves the rational exercise of the soul (mind).</a:t>
            </a:r>
          </a:p>
          <a:p>
            <a:pPr marL="514350" indent="-514350" algn="just" rtl="0">
              <a:buFont typeface="+mj-lt"/>
              <a:buAutoNum type="arabicPeriod"/>
            </a:pPr>
            <a:r>
              <a:rPr lang="en-US" sz="2600" dirty="0">
                <a:latin typeface="Times New Roman" panose="02020603050405020304" pitchFamily="18" charset="0"/>
                <a:ea typeface="PMingLiU" panose="02020500000000000000" pitchFamily="18" charset="-120"/>
              </a:rPr>
              <a:t>The good of a thing is that thing performing its function well, which, for humans, involves rational activity guided by virtue.</a:t>
            </a:r>
          </a:p>
          <a:p>
            <a:pPr marL="514350" indent="-514350" algn="just" rtl="0">
              <a:buFont typeface="+mj-lt"/>
              <a:buAutoNum type="arabicPeriod"/>
            </a:pPr>
            <a:r>
              <a:rPr lang="en-US" sz="2600" dirty="0">
                <a:latin typeface="Times New Roman" panose="02020603050405020304" pitchFamily="18" charset="0"/>
                <a:ea typeface="PMingLiU" panose="02020500000000000000" pitchFamily="18" charset="-120"/>
              </a:rPr>
              <a:t>The highest good of human beings is a life of rational activity of the soul guided by virtue.</a:t>
            </a:r>
          </a:p>
        </p:txBody>
      </p:sp>
    </p:spTree>
    <p:extLst>
      <p:ext uri="{BB962C8B-B14F-4D97-AF65-F5344CB8AC3E}">
        <p14:creationId xmlns:p14="http://schemas.microsoft.com/office/powerpoint/2010/main" val="126363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120E-9627-E8B6-0676-48153557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00BE-D86B-A4A6-DE70-CA6F3D690F37}"/>
              </a:ext>
            </a:extLst>
          </p:cNvPr>
          <p:cNvSpPr>
            <a:spLocks noGrp="1"/>
          </p:cNvSpPr>
          <p:nvPr>
            <p:ph type="title"/>
          </p:nvPr>
        </p:nvSpPr>
        <p:spPr>
          <a:xfrm>
            <a:off x="530578" y="559678"/>
            <a:ext cx="4065328" cy="1151556"/>
          </a:xfrm>
        </p:spPr>
        <p:txBody>
          <a:bodyPr rtlCol="0">
            <a:normAutofit/>
          </a:bodyPr>
          <a:lstStyle/>
          <a:p>
            <a:r>
              <a:rPr lang="en-US" sz="4400" b="1" dirty="0"/>
              <a:t>Eudaimonia</a:t>
            </a:r>
            <a:endParaRPr lang="en-GB" dirty="0"/>
          </a:p>
        </p:txBody>
      </p:sp>
      <p:sp>
        <p:nvSpPr>
          <p:cNvPr id="7" name="Slide Number Placeholder 6">
            <a:extLst>
              <a:ext uri="{FF2B5EF4-FFF2-40B4-BE49-F238E27FC236}">
                <a16:creationId xmlns:a16="http://schemas.microsoft.com/office/drawing/2014/main" id="{DA6ECA03-3A27-17E7-F62F-84CE53157262}"/>
              </a:ext>
            </a:extLst>
          </p:cNvPr>
          <p:cNvSpPr>
            <a:spLocks noGrp="1"/>
          </p:cNvSpPr>
          <p:nvPr>
            <p:ph type="sldNum" sz="quarter" idx="12"/>
          </p:nvPr>
        </p:nvSpPr>
        <p:spPr/>
        <p:txBody>
          <a:bodyPr rtlCol="0"/>
          <a:lstStyle/>
          <a:p>
            <a:pPr rtl="0"/>
            <a:fld id="{13D2E340-0663-474B-992C-9192B5C45E57}" type="slidenum">
              <a:rPr lang="en-GB" smtClean="0"/>
              <a:t>8</a:t>
            </a:fld>
            <a:endParaRPr lang="en-GB" dirty="0"/>
          </a:p>
        </p:txBody>
      </p:sp>
      <p:sp>
        <p:nvSpPr>
          <p:cNvPr id="23" name="TextBox 22">
            <a:extLst>
              <a:ext uri="{FF2B5EF4-FFF2-40B4-BE49-F238E27FC236}">
                <a16:creationId xmlns:a16="http://schemas.microsoft.com/office/drawing/2014/main" id="{3CA1E901-2F79-6974-E428-93399DC0DC0E}"/>
              </a:ext>
            </a:extLst>
          </p:cNvPr>
          <p:cNvSpPr txBox="1"/>
          <p:nvPr/>
        </p:nvSpPr>
        <p:spPr>
          <a:xfrm>
            <a:off x="5181599" y="559678"/>
            <a:ext cx="6593768" cy="5684368"/>
          </a:xfrm>
          <a:prstGeom prst="rect">
            <a:avLst/>
          </a:prstGeom>
          <a:noFill/>
        </p:spPr>
        <p:txBody>
          <a:bodyPr wrap="square" rtlCol="0">
            <a:noAutofit/>
          </a:bodyPr>
          <a:lstStyle/>
          <a:p>
            <a:r>
              <a:rPr lang="en-GB" sz="3600" dirty="0">
                <a:latin typeface="Times New Roman" panose="02020603050405020304" pitchFamily="18" charset="0"/>
                <a:ea typeface="PMingLiU" panose="02020500000000000000" pitchFamily="18" charset="-120"/>
              </a:rPr>
              <a:t>Standardly translated as “happiness” or “flourishing” and occasionally as “well-being”</a:t>
            </a:r>
          </a:p>
          <a:p>
            <a:pPr marL="514350" indent="-514350">
              <a:buFont typeface="+mj-lt"/>
              <a:buAutoNum type="arabicPeriod"/>
            </a:pPr>
            <a:r>
              <a:rPr lang="en-GB" sz="3600" dirty="0">
                <a:latin typeface="Times New Roman" panose="02020603050405020304" pitchFamily="18" charset="0"/>
                <a:ea typeface="PMingLiU" panose="02020500000000000000" pitchFamily="18" charset="-120"/>
              </a:rPr>
              <a:t>“flourishing” applies to animals and plants, but eudaimonia is possible only for rational beings</a:t>
            </a:r>
          </a:p>
          <a:p>
            <a:pPr marL="514350" indent="-514350">
              <a:buFont typeface="+mj-lt"/>
              <a:buAutoNum type="arabicPeriod"/>
            </a:pPr>
            <a:r>
              <a:rPr lang="en-GB" sz="3600" dirty="0">
                <a:latin typeface="Times New Roman" panose="02020603050405020304" pitchFamily="18" charset="0"/>
                <a:ea typeface="PMingLiU" panose="02020500000000000000" pitchFamily="18" charset="-120"/>
              </a:rPr>
              <a:t>“happiness” in ordinary usage is subjectively determined, but flourishing is not.  </a:t>
            </a:r>
          </a:p>
        </p:txBody>
      </p:sp>
    </p:spTree>
    <p:extLst>
      <p:ext uri="{BB962C8B-B14F-4D97-AF65-F5344CB8AC3E}">
        <p14:creationId xmlns:p14="http://schemas.microsoft.com/office/powerpoint/2010/main" val="2284613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281355" y="559678"/>
            <a:ext cx="4314552" cy="1216872"/>
          </a:xfrm>
        </p:spPr>
        <p:txBody>
          <a:bodyPr rtlCol="0">
            <a:normAutofit/>
          </a:bodyPr>
          <a:lstStyle/>
          <a:p>
            <a:r>
              <a:rPr lang="en-US" sz="4400" b="1" dirty="0"/>
              <a:t>Eudaimonia</a:t>
            </a:r>
            <a:endParaRPr lang="en-GB" sz="4400" b="1" dirty="0"/>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9</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4"/>
            <a:ext cx="6602412" cy="4952492"/>
          </a:xfrm>
          <a:prstGeom prst="rect">
            <a:avLst/>
          </a:prstGeom>
          <a:noFill/>
        </p:spPr>
        <p:txBody>
          <a:bodyPr wrap="square" rtlCol="0">
            <a:noAutofit/>
          </a:bodyPr>
          <a:lstStyle/>
          <a:p>
            <a:pPr marL="571500" indent="-571500" algn="just" rtl="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A moralized or value-laden concept of happiness </a:t>
            </a:r>
          </a:p>
          <a:p>
            <a:pPr marL="571500" indent="-571500" algn="just" rtl="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Living in accordance with virtue is necessary for </a:t>
            </a:r>
            <a:r>
              <a:rPr lang="en-US" sz="3600" i="1" dirty="0">
                <a:latin typeface="Times New Roman" panose="02020603050405020304" pitchFamily="18" charset="0"/>
                <a:ea typeface="PMingLiU" panose="02020500000000000000" pitchFamily="18" charset="-120"/>
              </a:rPr>
              <a:t>eudaimonia</a:t>
            </a:r>
            <a:r>
              <a:rPr lang="en-US" sz="3600" dirty="0">
                <a:latin typeface="Times New Roman" panose="02020603050405020304" pitchFamily="18" charset="0"/>
                <a:ea typeface="PMingLiU" panose="02020500000000000000" pitchFamily="18" charset="-120"/>
              </a:rPr>
              <a:t>. </a:t>
            </a:r>
          </a:p>
          <a:p>
            <a:pPr marL="571500" indent="-571500" algn="just" rtl="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For Aristotle, virtue is necessary but not sufficient for a </a:t>
            </a:r>
            <a:r>
              <a:rPr lang="en-GB" sz="3600" i="1" dirty="0" err="1">
                <a:latin typeface="Times New Roman" panose="02020603050405020304" pitchFamily="18" charset="0"/>
                <a:ea typeface="PMingLiU" panose="02020500000000000000" pitchFamily="18" charset="-120"/>
              </a:rPr>
              <a:t>eudaimon</a:t>
            </a:r>
            <a:r>
              <a:rPr lang="en-GB" sz="3600" dirty="0">
                <a:latin typeface="Times New Roman" panose="02020603050405020304" pitchFamily="18" charset="0"/>
                <a:ea typeface="PMingLiU" panose="02020500000000000000" pitchFamily="18" charset="-120"/>
              </a:rPr>
              <a:t> life. </a:t>
            </a:r>
          </a:p>
          <a:p>
            <a:pPr marL="571500" indent="-571500" algn="just" rtl="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For the Stoics, virtue is both necessary and sufficient for a </a:t>
            </a:r>
            <a:r>
              <a:rPr lang="en-GB" sz="3600" i="1" dirty="0" err="1">
                <a:latin typeface="Times New Roman" panose="02020603050405020304" pitchFamily="18" charset="0"/>
                <a:ea typeface="PMingLiU" panose="02020500000000000000" pitchFamily="18" charset="-120"/>
              </a:rPr>
              <a:t>eudaimon</a:t>
            </a:r>
            <a:r>
              <a:rPr lang="en-GB" sz="3600" dirty="0">
                <a:latin typeface="Times New Roman" panose="02020603050405020304" pitchFamily="18" charset="0"/>
                <a:ea typeface="PMingLiU" panose="02020500000000000000" pitchFamily="18" charset="-120"/>
              </a:rPr>
              <a:t> life.</a:t>
            </a:r>
          </a:p>
        </p:txBody>
      </p:sp>
    </p:spTree>
    <p:extLst>
      <p:ext uri="{BB962C8B-B14F-4D97-AF65-F5344CB8AC3E}">
        <p14:creationId xmlns:p14="http://schemas.microsoft.com/office/powerpoint/2010/main" val="1013806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a:xfrm>
            <a:off x="530578" y="559678"/>
            <a:ext cx="4065328" cy="2221622"/>
          </a:xfrm>
        </p:spPr>
        <p:txBody>
          <a:bodyPr rtlCol="0">
            <a:normAutofit/>
          </a:bodyPr>
          <a:lstStyle/>
          <a:p>
            <a:r>
              <a:rPr lang="en-GB" b="1" dirty="0"/>
              <a:t>Doctrine of the Mean</a:t>
            </a:r>
          </a:p>
        </p:txBody>
      </p:sp>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GB" smtClean="0"/>
              <a:t>10</a:t>
            </a:fld>
            <a:endParaRPr lang="en-GB" dirty="0"/>
          </a:p>
        </p:txBody>
      </p:sp>
      <p:sp>
        <p:nvSpPr>
          <p:cNvPr id="23" name="TextBox 22">
            <a:extLst>
              <a:ext uri="{FF2B5EF4-FFF2-40B4-BE49-F238E27FC236}">
                <a16:creationId xmlns:a16="http://schemas.microsoft.com/office/drawing/2014/main" id="{764A365B-4C2F-2351-93F8-FD34668116E1}"/>
              </a:ext>
            </a:extLst>
          </p:cNvPr>
          <p:cNvSpPr txBox="1"/>
          <p:nvPr/>
        </p:nvSpPr>
        <p:spPr>
          <a:xfrm>
            <a:off x="4996070" y="304800"/>
            <a:ext cx="6779297" cy="5333492"/>
          </a:xfrm>
          <a:prstGeom prst="rect">
            <a:avLst/>
          </a:prstGeom>
          <a:noFill/>
        </p:spPr>
        <p:txBody>
          <a:bodyPr wrap="square" rtlCol="0">
            <a:noAutofit/>
          </a:bodyPr>
          <a:lstStyle/>
          <a:p>
            <a:pPr algn="just"/>
            <a:r>
              <a:rPr lang="en-GB" sz="3600" dirty="0">
                <a:latin typeface="Times New Roman" panose="02020603050405020304" pitchFamily="18" charset="0"/>
                <a:ea typeface="PMingLiU" panose="02020500000000000000" pitchFamily="18" charset="-120"/>
              </a:rPr>
              <a:t>“[V]</a:t>
            </a:r>
            <a:r>
              <a:rPr lang="en-GB" sz="3600" dirty="0" err="1">
                <a:latin typeface="Times New Roman" panose="02020603050405020304" pitchFamily="18" charset="0"/>
                <a:ea typeface="PMingLiU" panose="02020500000000000000" pitchFamily="18" charset="-120"/>
              </a:rPr>
              <a:t>irtue</a:t>
            </a:r>
            <a:r>
              <a:rPr lang="en-GB" sz="3600" dirty="0">
                <a:latin typeface="Times New Roman" panose="02020603050405020304" pitchFamily="18" charset="0"/>
                <a:ea typeface="PMingLiU" panose="02020500000000000000" pitchFamily="18" charset="-120"/>
              </a:rPr>
              <a:t> is about feelings and actions, in which excess is in error and deficiency is blamed, whereas the intermediate condition is praised and is correct which are both proper features of virtue. Virtue, then, is a mean insofar as it aims at what is intermediate” (NE, 1106b).</a:t>
            </a:r>
          </a:p>
        </p:txBody>
      </p:sp>
    </p:spTree>
    <p:extLst>
      <p:ext uri="{BB962C8B-B14F-4D97-AF65-F5344CB8AC3E}">
        <p14:creationId xmlns:p14="http://schemas.microsoft.com/office/powerpoint/2010/main" val="17074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490330" y="230820"/>
            <a:ext cx="4105576" cy="2456962"/>
          </a:xfrm>
        </p:spPr>
        <p:txBody>
          <a:bodyPr rtlCol="0">
            <a:normAutofit/>
          </a:bodyPr>
          <a:lstStyle/>
          <a:p>
            <a:r>
              <a:rPr lang="en-GB" sz="4800" b="1" dirty="0"/>
              <a:t>Doctrine of the Mean</a:t>
            </a:r>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11</a:t>
            </a:fld>
            <a:endParaRPr lang="en-GB" dirty="0"/>
          </a:p>
        </p:txBody>
      </p:sp>
      <p:sp>
        <p:nvSpPr>
          <p:cNvPr id="41" name="TextBox 40">
            <a:extLst>
              <a:ext uri="{FF2B5EF4-FFF2-40B4-BE49-F238E27FC236}">
                <a16:creationId xmlns:a16="http://schemas.microsoft.com/office/drawing/2014/main" id="{E70AB508-2913-4EE2-5303-4456A2553371}"/>
              </a:ext>
            </a:extLst>
          </p:cNvPr>
          <p:cNvSpPr txBox="1"/>
          <p:nvPr/>
        </p:nvSpPr>
        <p:spPr>
          <a:xfrm>
            <a:off x="5062331" y="230819"/>
            <a:ext cx="6721680" cy="5407473"/>
          </a:xfrm>
          <a:prstGeom prst="rect">
            <a:avLst/>
          </a:prstGeom>
          <a:noFill/>
        </p:spPr>
        <p:txBody>
          <a:bodyPr wrap="square" rtlCol="0">
            <a:noAutofit/>
          </a:bodyPr>
          <a:lstStyle/>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p:txBody>
      </p:sp>
      <p:pic>
        <p:nvPicPr>
          <p:cNvPr id="3" name="Image5">
            <a:extLst>
              <a:ext uri="{FF2B5EF4-FFF2-40B4-BE49-F238E27FC236}">
                <a16:creationId xmlns:a16="http://schemas.microsoft.com/office/drawing/2014/main" id="{898F3774-3DFD-44E1-A3FC-A1116CE0D8DB}"/>
              </a:ext>
            </a:extLst>
          </p:cNvPr>
          <p:cNvPicPr>
            <a:picLocks noChangeAspect="1"/>
          </p:cNvPicPr>
          <p:nvPr/>
        </p:nvPicPr>
        <p:blipFill>
          <a:blip r:embed="rId3"/>
          <a:stretch>
            <a:fillRect/>
          </a:stretch>
        </p:blipFill>
        <p:spPr bwMode="auto">
          <a:xfrm>
            <a:off x="5062331" y="1078885"/>
            <a:ext cx="6781926" cy="4559407"/>
          </a:xfrm>
          <a:prstGeom prst="rect">
            <a:avLst/>
          </a:prstGeom>
          <a:noFill/>
        </p:spPr>
      </p:pic>
    </p:spTree>
    <p:extLst>
      <p:ext uri="{BB962C8B-B14F-4D97-AF65-F5344CB8AC3E}">
        <p14:creationId xmlns:p14="http://schemas.microsoft.com/office/powerpoint/2010/main" val="32897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B3C1-A37E-886A-909B-53E077AC0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08A0-65FF-2705-D664-4522AA4546BE}"/>
              </a:ext>
            </a:extLst>
          </p:cNvPr>
          <p:cNvSpPr>
            <a:spLocks noGrp="1"/>
          </p:cNvSpPr>
          <p:nvPr>
            <p:ph type="title"/>
          </p:nvPr>
        </p:nvSpPr>
        <p:spPr>
          <a:xfrm>
            <a:off x="265042" y="559678"/>
            <a:ext cx="4330863" cy="1504253"/>
          </a:xfrm>
        </p:spPr>
        <p:txBody>
          <a:bodyPr rtlCol="0">
            <a:normAutofit/>
          </a:bodyPr>
          <a:lstStyle/>
          <a:p>
            <a:r>
              <a:rPr lang="en-GB" sz="4800" b="1" dirty="0"/>
              <a:t>Phronesis</a:t>
            </a:r>
            <a:endParaRPr lang="en-GB" sz="4800" dirty="0"/>
          </a:p>
        </p:txBody>
      </p:sp>
      <p:sp>
        <p:nvSpPr>
          <p:cNvPr id="7" name="Slide Number Placeholder 6">
            <a:extLst>
              <a:ext uri="{FF2B5EF4-FFF2-40B4-BE49-F238E27FC236}">
                <a16:creationId xmlns:a16="http://schemas.microsoft.com/office/drawing/2014/main" id="{C21A53E5-FEE5-118D-CD36-C66764E3A3B5}"/>
              </a:ext>
            </a:extLst>
          </p:cNvPr>
          <p:cNvSpPr>
            <a:spLocks noGrp="1"/>
          </p:cNvSpPr>
          <p:nvPr>
            <p:ph type="sldNum" sz="quarter" idx="12"/>
          </p:nvPr>
        </p:nvSpPr>
        <p:spPr/>
        <p:txBody>
          <a:bodyPr rtlCol="0"/>
          <a:lstStyle/>
          <a:p>
            <a:pPr rtl="0"/>
            <a:fld id="{13D2E340-0663-474B-992C-9192B5C45E57}" type="slidenum">
              <a:rPr lang="en-GB" smtClean="0"/>
              <a:t>12</a:t>
            </a:fld>
            <a:endParaRPr lang="en-GB" dirty="0"/>
          </a:p>
        </p:txBody>
      </p:sp>
      <p:sp>
        <p:nvSpPr>
          <p:cNvPr id="23" name="TextBox 22">
            <a:extLst>
              <a:ext uri="{FF2B5EF4-FFF2-40B4-BE49-F238E27FC236}">
                <a16:creationId xmlns:a16="http://schemas.microsoft.com/office/drawing/2014/main" id="{44D17366-2D5D-EBCB-C069-47BBF0111A8A}"/>
              </a:ext>
            </a:extLst>
          </p:cNvPr>
          <p:cNvSpPr txBox="1"/>
          <p:nvPr/>
        </p:nvSpPr>
        <p:spPr>
          <a:xfrm>
            <a:off x="5181599" y="559678"/>
            <a:ext cx="6593768" cy="5078614"/>
          </a:xfrm>
          <a:prstGeom prst="rect">
            <a:avLst/>
          </a:prstGeom>
          <a:noFill/>
        </p:spPr>
        <p:txBody>
          <a:bodyPr wrap="square" rtlCol="0">
            <a:noAutofit/>
          </a:bodyPr>
          <a:lstStyle/>
          <a:p>
            <a:pPr algn="just"/>
            <a:r>
              <a:rPr lang="en-GB" sz="3600" i="1" dirty="0">
                <a:latin typeface="Times New Roman" panose="02020603050405020304" pitchFamily="18" charset="0"/>
                <a:ea typeface="PMingLiU" panose="02020500000000000000" pitchFamily="18" charset="-120"/>
              </a:rPr>
              <a:t>Practical intelligence (phronesis):</a:t>
            </a:r>
          </a:p>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capacity to determine the right manner of feeling and action in contexts that call for some sort of virtuous response</a:t>
            </a:r>
          </a:p>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A higher-order virtue</a:t>
            </a:r>
          </a:p>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Comes only with experience of life</a:t>
            </a:r>
          </a:p>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Morally mature adult vs nice children</a:t>
            </a:r>
          </a:p>
        </p:txBody>
      </p:sp>
    </p:spTree>
    <p:extLst>
      <p:ext uri="{BB962C8B-B14F-4D97-AF65-F5344CB8AC3E}">
        <p14:creationId xmlns:p14="http://schemas.microsoft.com/office/powerpoint/2010/main" val="219516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F37F-3E74-594E-C7DE-E08CA8A5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C0E1-92E9-F470-195D-C5A870DBDD32}"/>
              </a:ext>
            </a:extLst>
          </p:cNvPr>
          <p:cNvSpPr>
            <a:spLocks noGrp="1"/>
          </p:cNvSpPr>
          <p:nvPr>
            <p:ph type="title"/>
          </p:nvPr>
        </p:nvSpPr>
        <p:spPr>
          <a:xfrm>
            <a:off x="503582" y="230820"/>
            <a:ext cx="4092323" cy="1875072"/>
          </a:xfrm>
        </p:spPr>
        <p:txBody>
          <a:bodyPr rtlCol="0">
            <a:normAutofit/>
          </a:bodyPr>
          <a:lstStyle/>
          <a:p>
            <a:r>
              <a:rPr lang="en-US" sz="4400" b="1" dirty="0"/>
              <a:t>U</a:t>
            </a:r>
            <a:r>
              <a:rPr lang="en-GB" sz="4400" b="1" dirty="0"/>
              <a:t>nity of Virtues</a:t>
            </a:r>
            <a:endParaRPr lang="en-GB" sz="4400" dirty="0"/>
          </a:p>
        </p:txBody>
      </p:sp>
      <p:sp>
        <p:nvSpPr>
          <p:cNvPr id="10" name="Slide Number Placeholder 9">
            <a:extLst>
              <a:ext uri="{FF2B5EF4-FFF2-40B4-BE49-F238E27FC236}">
                <a16:creationId xmlns:a16="http://schemas.microsoft.com/office/drawing/2014/main" id="{85B71140-9C05-953D-8182-42956B2C1751}"/>
              </a:ext>
            </a:extLst>
          </p:cNvPr>
          <p:cNvSpPr>
            <a:spLocks noGrp="1"/>
          </p:cNvSpPr>
          <p:nvPr>
            <p:ph type="sldNum" sz="quarter" idx="12"/>
          </p:nvPr>
        </p:nvSpPr>
        <p:spPr/>
        <p:txBody>
          <a:bodyPr rtlCol="0"/>
          <a:lstStyle/>
          <a:p>
            <a:pPr rtl="0"/>
            <a:fld id="{13D2E340-0663-474B-992C-9192B5C45E57}" type="slidenum">
              <a:rPr lang="en-GB" smtClean="0"/>
              <a:t>13</a:t>
            </a:fld>
            <a:endParaRPr lang="en-GB" dirty="0"/>
          </a:p>
        </p:txBody>
      </p:sp>
      <p:sp>
        <p:nvSpPr>
          <p:cNvPr id="41" name="TextBox 40">
            <a:extLst>
              <a:ext uri="{FF2B5EF4-FFF2-40B4-BE49-F238E27FC236}">
                <a16:creationId xmlns:a16="http://schemas.microsoft.com/office/drawing/2014/main" id="{E0699548-9BE0-D501-1E59-8D8CC60A2A49}"/>
              </a:ext>
            </a:extLst>
          </p:cNvPr>
          <p:cNvSpPr txBox="1"/>
          <p:nvPr/>
        </p:nvSpPr>
        <p:spPr>
          <a:xfrm>
            <a:off x="5181599" y="230819"/>
            <a:ext cx="6602412" cy="6100708"/>
          </a:xfrm>
          <a:prstGeom prst="rect">
            <a:avLst/>
          </a:prstGeom>
          <a:noFill/>
        </p:spPr>
        <p:txBody>
          <a:bodyPr wrap="square" rtlCol="0">
            <a:noAutofit/>
          </a:bodyPr>
          <a:lstStyle/>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Suppose a person is on a military campaign where food and water must be rationed.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Justice requires that she take only her fair share of supplies. Unless this person is also temperate, she will be disposed to unjustly take more than her fair share. Thus, being a truly just person requires that one also be temperate. </a:t>
            </a:r>
          </a:p>
        </p:txBody>
      </p:sp>
    </p:spTree>
    <p:extLst>
      <p:ext uri="{BB962C8B-B14F-4D97-AF65-F5344CB8AC3E}">
        <p14:creationId xmlns:p14="http://schemas.microsoft.com/office/powerpoint/2010/main" val="32335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6A52-D0EF-2DB8-E3D9-AA5A27FD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3335-C8F6-0B4A-66B9-BF39D79CB760}"/>
              </a:ext>
            </a:extLst>
          </p:cNvPr>
          <p:cNvSpPr>
            <a:spLocks noGrp="1"/>
          </p:cNvSpPr>
          <p:nvPr>
            <p:ph type="title"/>
          </p:nvPr>
        </p:nvSpPr>
        <p:spPr>
          <a:xfrm>
            <a:off x="530578" y="559678"/>
            <a:ext cx="4065328" cy="2221622"/>
          </a:xfrm>
        </p:spPr>
        <p:txBody>
          <a:bodyPr rtlCol="0">
            <a:normAutofit/>
          </a:bodyPr>
          <a:lstStyle/>
          <a:p>
            <a:r>
              <a:rPr lang="en-GB" sz="4400" b="1" dirty="0"/>
              <a:t>Virtue Ethics</a:t>
            </a:r>
            <a:endParaRPr lang="en-GB" sz="4400" dirty="0"/>
          </a:p>
        </p:txBody>
      </p:sp>
      <p:sp>
        <p:nvSpPr>
          <p:cNvPr id="7" name="Slide Number Placeholder 6">
            <a:extLst>
              <a:ext uri="{FF2B5EF4-FFF2-40B4-BE49-F238E27FC236}">
                <a16:creationId xmlns:a16="http://schemas.microsoft.com/office/drawing/2014/main" id="{234FD86E-89DD-02B2-93BC-6F34B6FD3DEA}"/>
              </a:ext>
            </a:extLst>
          </p:cNvPr>
          <p:cNvSpPr>
            <a:spLocks noGrp="1"/>
          </p:cNvSpPr>
          <p:nvPr>
            <p:ph type="sldNum" sz="quarter" idx="12"/>
          </p:nvPr>
        </p:nvSpPr>
        <p:spPr/>
        <p:txBody>
          <a:bodyPr rtlCol="0"/>
          <a:lstStyle/>
          <a:p>
            <a:pPr rtl="0"/>
            <a:fld id="{13D2E340-0663-474B-992C-9192B5C45E57}" type="slidenum">
              <a:rPr lang="en-GB" smtClean="0"/>
              <a:t>14</a:t>
            </a:fld>
            <a:endParaRPr lang="en-GB" dirty="0"/>
          </a:p>
        </p:txBody>
      </p:sp>
      <p:sp>
        <p:nvSpPr>
          <p:cNvPr id="23" name="TextBox 22">
            <a:extLst>
              <a:ext uri="{FF2B5EF4-FFF2-40B4-BE49-F238E27FC236}">
                <a16:creationId xmlns:a16="http://schemas.microsoft.com/office/drawing/2014/main" id="{8CF09343-1CC0-6B70-EF46-FD8285E176D3}"/>
              </a:ext>
            </a:extLst>
          </p:cNvPr>
          <p:cNvSpPr txBox="1"/>
          <p:nvPr/>
        </p:nvSpPr>
        <p:spPr>
          <a:xfrm>
            <a:off x="5181599" y="559678"/>
            <a:ext cx="6593768" cy="5078614"/>
          </a:xfrm>
          <a:prstGeom prst="rect">
            <a:avLst/>
          </a:prstGeom>
          <a:noFill/>
        </p:spPr>
        <p:txBody>
          <a:bodyPr wrap="square" rtlCol="0">
            <a:noAutofit/>
          </a:bodyPr>
          <a:lstStyle/>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VE: Facts about virtuous agents, including their virtuous character traits and how such traits influence their reactions (1) are more basic than facts about right conduct and (2) explain why an action is right or wrong.</a:t>
            </a:r>
          </a:p>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Qualified agent-based: </a:t>
            </a:r>
            <a:r>
              <a:rPr lang="en-GB" sz="3200" dirty="0">
                <a:latin typeface="Times New Roman" panose="02020603050405020304" pitchFamily="18" charset="0"/>
                <a:ea typeface="PMingLiU" panose="02020500000000000000" pitchFamily="18" charset="-120"/>
              </a:rPr>
              <a:t>based on a hypothetically virtuous person who possesses all of the moral significant virtues and consistently act on them</a:t>
            </a:r>
          </a:p>
          <a:p>
            <a:pPr marL="457200" indent="-457200" algn="just">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1800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13E18-EBC3-2D27-14E6-99E0E4BAA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A5ACE7-0E15-3196-FDAC-24B9577BF959}"/>
              </a:ext>
            </a:extLst>
          </p:cNvPr>
          <p:cNvSpPr>
            <a:spLocks noGrp="1"/>
          </p:cNvSpPr>
          <p:nvPr>
            <p:ph type="title"/>
          </p:nvPr>
        </p:nvSpPr>
        <p:spPr>
          <a:xfrm>
            <a:off x="207819" y="559678"/>
            <a:ext cx="4388088" cy="1906431"/>
          </a:xfrm>
        </p:spPr>
        <p:txBody>
          <a:bodyPr rtlCol="0">
            <a:noAutofit/>
          </a:bodyPr>
          <a:lstStyle/>
          <a:p>
            <a:r>
              <a:rPr lang="en-GB" sz="4000" b="1" dirty="0"/>
              <a:t>Virtue Ethics</a:t>
            </a:r>
            <a:endParaRPr lang="en-GB" sz="4000" dirty="0"/>
          </a:p>
        </p:txBody>
      </p:sp>
      <p:sp>
        <p:nvSpPr>
          <p:cNvPr id="10" name="Slide Number Placeholder 9">
            <a:extLst>
              <a:ext uri="{FF2B5EF4-FFF2-40B4-BE49-F238E27FC236}">
                <a16:creationId xmlns:a16="http://schemas.microsoft.com/office/drawing/2014/main" id="{F29414A8-B973-6E1E-0510-28438641B7E4}"/>
              </a:ext>
            </a:extLst>
          </p:cNvPr>
          <p:cNvSpPr>
            <a:spLocks noGrp="1"/>
          </p:cNvSpPr>
          <p:nvPr>
            <p:ph type="sldNum" sz="quarter" idx="12"/>
          </p:nvPr>
        </p:nvSpPr>
        <p:spPr/>
        <p:txBody>
          <a:bodyPr rtlCol="0"/>
          <a:lstStyle/>
          <a:p>
            <a:pPr rtl="0"/>
            <a:fld id="{13D2E340-0663-474B-992C-9192B5C45E57}" type="slidenum">
              <a:rPr lang="en-GB" smtClean="0"/>
              <a:t>15</a:t>
            </a:fld>
            <a:endParaRPr lang="en-GB"/>
          </a:p>
        </p:txBody>
      </p:sp>
      <p:sp>
        <p:nvSpPr>
          <p:cNvPr id="41" name="TextBox 40">
            <a:extLst>
              <a:ext uri="{FF2B5EF4-FFF2-40B4-BE49-F238E27FC236}">
                <a16:creationId xmlns:a16="http://schemas.microsoft.com/office/drawing/2014/main" id="{945F29C5-5612-1AB7-BD6D-24E5E05CB034}"/>
              </a:ext>
            </a:extLst>
          </p:cNvPr>
          <p:cNvSpPr txBox="1"/>
          <p:nvPr/>
        </p:nvSpPr>
        <p:spPr>
          <a:xfrm>
            <a:off x="5098473" y="559678"/>
            <a:ext cx="6685538" cy="5078614"/>
          </a:xfrm>
          <a:prstGeom prst="rect">
            <a:avLst/>
          </a:prstGeom>
          <a:noFill/>
        </p:spPr>
        <p:txBody>
          <a:bodyPr wrap="square" rtlCol="0">
            <a:noAutofit/>
          </a:bodyPr>
          <a:lstStyle/>
          <a:p>
            <a:pPr marL="742950" indent="-742950" algn="just">
              <a:buFont typeface="+mj-lt"/>
              <a:buAutoNum type="arabicPeriod"/>
            </a:pPr>
            <a:r>
              <a:rPr lang="en-GB" sz="3600" dirty="0">
                <a:effectLst/>
                <a:latin typeface="Times New Roman" panose="02020603050405020304" pitchFamily="18" charset="0"/>
                <a:ea typeface="PMingLiU" panose="02020500000000000000" pitchFamily="18" charset="-120"/>
              </a:rPr>
              <a:t>An action A in C is </a:t>
            </a:r>
            <a:r>
              <a:rPr lang="en-GB" sz="3600" i="1" dirty="0">
                <a:effectLst/>
                <a:latin typeface="Times New Roman" panose="02020603050405020304" pitchFamily="18" charset="0"/>
                <a:ea typeface="PMingLiU" panose="02020500000000000000" pitchFamily="18" charset="-120"/>
              </a:rPr>
              <a:t>obligatory</a:t>
            </a:r>
            <a:r>
              <a:rPr lang="en-GB" sz="3600" dirty="0">
                <a:effectLst/>
                <a:latin typeface="Times New Roman" panose="02020603050405020304" pitchFamily="18" charset="0"/>
                <a:ea typeface="PMingLiU" panose="02020500000000000000" pitchFamily="18" charset="-120"/>
              </a:rPr>
              <a:t> </a:t>
            </a:r>
            <a:r>
              <a:rPr lang="en-GB" sz="3600" dirty="0" err="1">
                <a:effectLst/>
                <a:latin typeface="Times New Roman" panose="02020603050405020304" pitchFamily="18" charset="0"/>
                <a:ea typeface="PMingLiU" panose="02020500000000000000" pitchFamily="18" charset="-120"/>
              </a:rPr>
              <a:t>iff</a:t>
            </a:r>
            <a:r>
              <a:rPr lang="en-GB" sz="3600" dirty="0">
                <a:effectLst/>
                <a:latin typeface="Times New Roman" panose="02020603050405020304" pitchFamily="18" charset="0"/>
                <a:ea typeface="PMingLiU" panose="02020500000000000000" pitchFamily="18" charset="-120"/>
              </a:rPr>
              <a:t> any ideally virtuous agent would not fail to do A in C. </a:t>
            </a:r>
          </a:p>
          <a:p>
            <a:pPr marL="742950" indent="-742950" algn="just">
              <a:buFont typeface="+mj-lt"/>
              <a:buAutoNum type="arabicPeriod"/>
            </a:pPr>
            <a:r>
              <a:rPr lang="en-GB" sz="3600" dirty="0">
                <a:effectLst/>
                <a:latin typeface="Times New Roman" panose="02020603050405020304" pitchFamily="18" charset="0"/>
                <a:ea typeface="PMingLiU" panose="02020500000000000000" pitchFamily="18" charset="-120"/>
              </a:rPr>
              <a:t>An action A in C is </a:t>
            </a:r>
            <a:r>
              <a:rPr lang="en-GB" sz="3600" i="1" dirty="0">
                <a:effectLst/>
                <a:latin typeface="Times New Roman" panose="02020603050405020304" pitchFamily="18" charset="0"/>
                <a:ea typeface="PMingLiU" panose="02020500000000000000" pitchFamily="18" charset="-120"/>
              </a:rPr>
              <a:t>wrong</a:t>
            </a:r>
            <a:r>
              <a:rPr lang="en-GB" sz="3600" dirty="0">
                <a:effectLst/>
                <a:latin typeface="Times New Roman" panose="02020603050405020304" pitchFamily="18" charset="0"/>
                <a:ea typeface="PMingLiU" panose="02020500000000000000" pitchFamily="18" charset="-120"/>
              </a:rPr>
              <a:t> </a:t>
            </a:r>
            <a:r>
              <a:rPr lang="en-GB" sz="3600" dirty="0" err="1">
                <a:effectLst/>
                <a:latin typeface="Times New Roman" panose="02020603050405020304" pitchFamily="18" charset="0"/>
                <a:ea typeface="PMingLiU" panose="02020500000000000000" pitchFamily="18" charset="-120"/>
              </a:rPr>
              <a:t>iff</a:t>
            </a:r>
            <a:r>
              <a:rPr lang="en-GB" sz="3600" dirty="0">
                <a:effectLst/>
                <a:latin typeface="Times New Roman" panose="02020603050405020304" pitchFamily="18" charset="0"/>
                <a:ea typeface="PMingLiU" panose="02020500000000000000" pitchFamily="18" charset="-120"/>
              </a:rPr>
              <a:t> no ideally virtuous agent would perform A in C. </a:t>
            </a:r>
          </a:p>
          <a:p>
            <a:pPr marL="742950" indent="-742950" algn="just">
              <a:buFont typeface="+mj-lt"/>
              <a:buAutoNum type="arabicPeriod"/>
            </a:pPr>
            <a:r>
              <a:rPr lang="en-GB" sz="3600" dirty="0">
                <a:effectLst/>
                <a:latin typeface="Times New Roman" panose="02020603050405020304" pitchFamily="18" charset="0"/>
                <a:ea typeface="PMingLiU" panose="02020500000000000000" pitchFamily="18" charset="-120"/>
              </a:rPr>
              <a:t>An action A in C is </a:t>
            </a:r>
            <a:r>
              <a:rPr lang="en-GB" sz="3600" i="1" dirty="0">
                <a:effectLst/>
                <a:latin typeface="Times New Roman" panose="02020603050405020304" pitchFamily="18" charset="0"/>
                <a:ea typeface="PMingLiU" panose="02020500000000000000" pitchFamily="18" charset="-120"/>
              </a:rPr>
              <a:t>optional</a:t>
            </a:r>
            <a:r>
              <a:rPr lang="en-GB" sz="3600" dirty="0">
                <a:effectLst/>
                <a:latin typeface="Times New Roman" panose="02020603050405020304" pitchFamily="18" charset="0"/>
                <a:ea typeface="PMingLiU" panose="02020500000000000000" pitchFamily="18" charset="-120"/>
              </a:rPr>
              <a:t> </a:t>
            </a:r>
            <a:r>
              <a:rPr lang="en-GB" sz="3600" dirty="0" err="1">
                <a:effectLst/>
                <a:latin typeface="Times New Roman" panose="02020603050405020304" pitchFamily="18" charset="0"/>
                <a:ea typeface="PMingLiU" panose="02020500000000000000" pitchFamily="18" charset="-120"/>
              </a:rPr>
              <a:t>iff</a:t>
            </a:r>
            <a:r>
              <a:rPr lang="en-GB" sz="3600" dirty="0">
                <a:effectLst/>
                <a:latin typeface="Times New Roman" panose="02020603050405020304" pitchFamily="18" charset="0"/>
                <a:ea typeface="PMingLiU" panose="02020500000000000000" pitchFamily="18" charset="-120"/>
              </a:rPr>
              <a:t> some ideally virtuous agent might or might not perform A in C. </a:t>
            </a:r>
          </a:p>
        </p:txBody>
      </p:sp>
    </p:spTree>
    <p:extLst>
      <p:ext uri="{BB962C8B-B14F-4D97-AF65-F5344CB8AC3E}">
        <p14:creationId xmlns:p14="http://schemas.microsoft.com/office/powerpoint/2010/main" val="969508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24D30-4A97-4170-4D76-DA46E13FD2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7FF3659-2CD3-6A5A-BE31-5D2E04EF2111}"/>
              </a:ext>
            </a:extLst>
          </p:cNvPr>
          <p:cNvSpPr txBox="1"/>
          <p:nvPr/>
        </p:nvSpPr>
        <p:spPr>
          <a:xfrm>
            <a:off x="5181599" y="655100"/>
            <a:ext cx="6602412" cy="5575012"/>
          </a:xfrm>
          <a:prstGeom prst="rect">
            <a:avLst/>
          </a:prstGeom>
          <a:noFill/>
        </p:spPr>
        <p:txBody>
          <a:bodyPr wrap="square" rtlCol="0">
            <a:noAutofit/>
          </a:bodyPr>
          <a:lstStyle/>
          <a:p>
            <a:pPr algn="just"/>
            <a:r>
              <a:rPr lang="en-US" sz="3600" i="1" dirty="0">
                <a:latin typeface="Times New Roman" panose="02020603050405020304" pitchFamily="18" charset="0"/>
                <a:ea typeface="PMingLiU" panose="02020500000000000000" pitchFamily="18" charset="-120"/>
                <a:cs typeface="Times New Roman" panose="02020603050405020304" pitchFamily="18" charset="0"/>
              </a:rPr>
              <a:t>No fundamental rules, no conflict?</a:t>
            </a:r>
          </a:p>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Derive from each virtue a virtue rule (for the virtue of kindness, the rule is “Be kind”)</a:t>
            </a:r>
          </a:p>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Since VE features a plurality of cardinal virtues, there would be a plurality of virtue rules.</a:t>
            </a:r>
          </a:p>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Conflicts arise when two or more virtue considerations are relevant and indicate incompatible courses of action.</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8D6918F-D619-C92B-A73E-18F9946F2AFC}"/>
              </a:ext>
            </a:extLst>
          </p:cNvPr>
          <p:cNvSpPr>
            <a:spLocks noGrp="1"/>
          </p:cNvSpPr>
          <p:nvPr>
            <p:ph type="sldNum" sz="quarter" idx="12"/>
          </p:nvPr>
        </p:nvSpPr>
        <p:spPr/>
        <p:txBody>
          <a:bodyPr rtlCol="0"/>
          <a:lstStyle/>
          <a:p>
            <a:pPr rtl="0"/>
            <a:fld id="{13D2E340-0663-474B-992C-9192B5C45E57}" type="slidenum">
              <a:rPr lang="en-GB" smtClean="0"/>
              <a:t>16</a:t>
            </a:fld>
            <a:endParaRPr lang="en-GB"/>
          </a:p>
        </p:txBody>
      </p:sp>
      <p:sp>
        <p:nvSpPr>
          <p:cNvPr id="2" name="Title 1">
            <a:extLst>
              <a:ext uri="{FF2B5EF4-FFF2-40B4-BE49-F238E27FC236}">
                <a16:creationId xmlns:a16="http://schemas.microsoft.com/office/drawing/2014/main" id="{8A5FA522-67F3-2C81-9E3B-3F81F5AF57CC}"/>
              </a:ext>
            </a:extLst>
          </p:cNvPr>
          <p:cNvSpPr txBox="1">
            <a:spLocks/>
          </p:cNvSpPr>
          <p:nvPr/>
        </p:nvSpPr>
        <p:spPr>
          <a:xfrm>
            <a:off x="110836" y="887896"/>
            <a:ext cx="4362481"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Virtue Ethics</a:t>
            </a:r>
            <a:endParaRPr lang="en-GB" sz="4000" dirty="0"/>
          </a:p>
        </p:txBody>
      </p:sp>
    </p:spTree>
    <p:extLst>
      <p:ext uri="{BB962C8B-B14F-4D97-AF65-F5344CB8AC3E}">
        <p14:creationId xmlns:p14="http://schemas.microsoft.com/office/powerpoint/2010/main" val="3415641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E7437-DFC9-C471-E484-6991C7AD0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BBA82-7C89-0CD8-03B8-0C9A803C0566}"/>
              </a:ext>
            </a:extLst>
          </p:cNvPr>
          <p:cNvSpPr>
            <a:spLocks noGrp="1"/>
          </p:cNvSpPr>
          <p:nvPr>
            <p:ph type="title"/>
          </p:nvPr>
        </p:nvSpPr>
        <p:spPr>
          <a:xfrm>
            <a:off x="207819" y="559678"/>
            <a:ext cx="4388088" cy="1906431"/>
          </a:xfrm>
        </p:spPr>
        <p:txBody>
          <a:bodyPr rtlCol="0">
            <a:noAutofit/>
          </a:bodyPr>
          <a:lstStyle/>
          <a:p>
            <a:r>
              <a:rPr lang="en-GB" sz="4000" b="1" dirty="0"/>
              <a:t>Evaluation</a:t>
            </a:r>
            <a:endParaRPr lang="en-GB" sz="4000" dirty="0"/>
          </a:p>
        </p:txBody>
      </p:sp>
      <p:sp>
        <p:nvSpPr>
          <p:cNvPr id="10" name="Slide Number Placeholder 9">
            <a:extLst>
              <a:ext uri="{FF2B5EF4-FFF2-40B4-BE49-F238E27FC236}">
                <a16:creationId xmlns:a16="http://schemas.microsoft.com/office/drawing/2014/main" id="{17B194A6-554D-A3A8-2C92-E9EE1AA81D11}"/>
              </a:ext>
            </a:extLst>
          </p:cNvPr>
          <p:cNvSpPr>
            <a:spLocks noGrp="1"/>
          </p:cNvSpPr>
          <p:nvPr>
            <p:ph type="sldNum" sz="quarter" idx="12"/>
          </p:nvPr>
        </p:nvSpPr>
        <p:spPr/>
        <p:txBody>
          <a:bodyPr rtlCol="0"/>
          <a:lstStyle/>
          <a:p>
            <a:pPr rtl="0"/>
            <a:fld id="{13D2E340-0663-474B-992C-9192B5C45E57}" type="slidenum">
              <a:rPr lang="en-GB" smtClean="0"/>
              <a:t>17</a:t>
            </a:fld>
            <a:endParaRPr lang="en-GB"/>
          </a:p>
        </p:txBody>
      </p:sp>
      <p:sp>
        <p:nvSpPr>
          <p:cNvPr id="41" name="TextBox 40">
            <a:extLst>
              <a:ext uri="{FF2B5EF4-FFF2-40B4-BE49-F238E27FC236}">
                <a16:creationId xmlns:a16="http://schemas.microsoft.com/office/drawing/2014/main" id="{F2C950AF-0AC8-E143-D1B1-76506A358FFE}"/>
              </a:ext>
            </a:extLst>
          </p:cNvPr>
          <p:cNvSpPr txBox="1"/>
          <p:nvPr/>
        </p:nvSpPr>
        <p:spPr>
          <a:xfrm>
            <a:off x="5098473" y="559678"/>
            <a:ext cx="6685538" cy="5078614"/>
          </a:xfrm>
          <a:prstGeom prst="rect">
            <a:avLst/>
          </a:prstGeom>
          <a:noFill/>
        </p:spPr>
        <p:txBody>
          <a:bodyPr wrap="square" rtlCol="0">
            <a:noAutofit/>
          </a:bodyPr>
          <a:lstStyle/>
          <a:p>
            <a:pPr algn="just"/>
            <a:r>
              <a:rPr lang="en-GB" sz="2400" dirty="0">
                <a:latin typeface="Times New Roman" panose="02020603050405020304" pitchFamily="18" charset="0"/>
                <a:ea typeface="PMingLiU" panose="02020500000000000000" pitchFamily="18" charset="-120"/>
              </a:rPr>
              <a:t>I</a:t>
            </a:r>
            <a:r>
              <a:rPr lang="en-GB" sz="2400" dirty="0">
                <a:effectLst/>
                <a:latin typeface="Times New Roman" panose="02020603050405020304" pitchFamily="18" charset="0"/>
                <a:ea typeface="PMingLiU" panose="02020500000000000000" pitchFamily="18" charset="-120"/>
              </a:rPr>
              <a:t>magine a mendacious person who is a compulsive liar, even about trivial matters that cause little or no harm to others. He has the vice of dishonesty. At some point in life, he becomes convinced that he ought to change because he comes to see mendacity as a vice and honesty as a trait one ought to have. But to bring about this personal change, he cannot simply say to himself with conviction, “ok, from now on I won’t tell lies”; he knows better. What he must do is engage in a regimen that involves taking concrete steps such as writing down lies that he tells and reflecting on their true significance, rewarding himself at the end of those days in which he tells no lies, and other such tactics. </a:t>
            </a:r>
            <a:r>
              <a:rPr lang="en-GB" sz="2400" dirty="0">
                <a:latin typeface="Times New Roman" panose="02020603050405020304" pitchFamily="18" charset="0"/>
                <a:ea typeface="PMingLiU" panose="02020500000000000000" pitchFamily="18" charset="-120"/>
              </a:rPr>
              <a:t>B</a:t>
            </a:r>
            <a:r>
              <a:rPr lang="en-GB" sz="2400" dirty="0">
                <a:effectLst/>
                <a:latin typeface="Times New Roman" panose="02020603050405020304" pitchFamily="18" charset="0"/>
                <a:ea typeface="PMingLiU" panose="02020500000000000000" pitchFamily="18" charset="-120"/>
              </a:rPr>
              <a:t>ut none of these concrete activities are characteristic of what an ideally virtuous agent would engage in. </a:t>
            </a:r>
          </a:p>
        </p:txBody>
      </p:sp>
    </p:spTree>
    <p:extLst>
      <p:ext uri="{BB962C8B-B14F-4D97-AF65-F5344CB8AC3E}">
        <p14:creationId xmlns:p14="http://schemas.microsoft.com/office/powerpoint/2010/main" val="358884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5DFBC-5DB8-C91D-5915-6FC0C11A2E9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B938555-7366-C047-CD55-58D2608F6A2C}"/>
              </a:ext>
            </a:extLst>
          </p:cNvPr>
          <p:cNvSpPr txBox="1"/>
          <p:nvPr/>
        </p:nvSpPr>
        <p:spPr>
          <a:xfrm>
            <a:off x="5181599" y="655100"/>
            <a:ext cx="6602412" cy="5575012"/>
          </a:xfrm>
          <a:prstGeom prst="rect">
            <a:avLst/>
          </a:prstGeom>
          <a:noFill/>
        </p:spPr>
        <p:txBody>
          <a:bodyPr wrap="square" rtlCol="0">
            <a:noAutofit/>
          </a:bodyPr>
          <a:lstStyle/>
          <a:p>
            <a:pPr algn="just"/>
            <a:r>
              <a:rPr lang="en-GB" sz="2800" i="1" dirty="0">
                <a:latin typeface="Times New Roman" panose="02020603050405020304" pitchFamily="18" charset="0"/>
                <a:ea typeface="PMingLiU" panose="02020500000000000000" pitchFamily="18" charset="-120"/>
                <a:cs typeface="Times New Roman" panose="02020603050405020304" pitchFamily="18" charset="0"/>
              </a:rPr>
              <a:t>An action A performed in circumstance C is obligatory </a:t>
            </a:r>
            <a:r>
              <a:rPr lang="en-GB" sz="2800" i="1"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2800" i="1" dirty="0">
                <a:latin typeface="Times New Roman" panose="02020603050405020304" pitchFamily="18" charset="0"/>
                <a:ea typeface="PMingLiU" panose="02020500000000000000" pitchFamily="18" charset="-120"/>
                <a:cs typeface="Times New Roman" panose="02020603050405020304" pitchFamily="18" charset="0"/>
              </a:rPr>
              <a:t> any ideally virtuous agent would advise one to not fail to do A in C.</a:t>
            </a:r>
          </a:p>
          <a:p>
            <a:pPr marL="457200" indent="-4572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Another counterexample: </a:t>
            </a:r>
          </a:p>
          <a:p>
            <a:pPr marL="457200" indent="-4572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Consider an obstinate person who is determined to do just the opposite of what anyone advises him to do. An ideally virtuous person knowing this might strategically advise this person to not do. A believing that this (false) advice will prompt him to do A. So, what any ideally virtuous agent would advise this person to do is not what he ought to do. </a:t>
            </a:r>
            <a:endParaRPr lang="en-US" sz="28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1BDBDE3-FB96-0CBE-BCC2-167CCF434650}"/>
              </a:ext>
            </a:extLst>
          </p:cNvPr>
          <p:cNvSpPr>
            <a:spLocks noGrp="1"/>
          </p:cNvSpPr>
          <p:nvPr>
            <p:ph type="sldNum" sz="quarter" idx="12"/>
          </p:nvPr>
        </p:nvSpPr>
        <p:spPr/>
        <p:txBody>
          <a:bodyPr rtlCol="0"/>
          <a:lstStyle/>
          <a:p>
            <a:pPr rtl="0"/>
            <a:fld id="{13D2E340-0663-474B-992C-9192B5C45E57}" type="slidenum">
              <a:rPr lang="en-GB" smtClean="0"/>
              <a:t>18</a:t>
            </a:fld>
            <a:endParaRPr lang="en-GB"/>
          </a:p>
        </p:txBody>
      </p:sp>
      <p:sp>
        <p:nvSpPr>
          <p:cNvPr id="2" name="Title 1">
            <a:extLst>
              <a:ext uri="{FF2B5EF4-FFF2-40B4-BE49-F238E27FC236}">
                <a16:creationId xmlns:a16="http://schemas.microsoft.com/office/drawing/2014/main" id="{99DF9405-A3DC-A9B3-EC6B-5FF2CF48625E}"/>
              </a:ext>
            </a:extLst>
          </p:cNvPr>
          <p:cNvSpPr txBox="1">
            <a:spLocks/>
          </p:cNvSpPr>
          <p:nvPr/>
        </p:nvSpPr>
        <p:spPr>
          <a:xfrm>
            <a:off x="110836" y="887896"/>
            <a:ext cx="4362481"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Evaluation</a:t>
            </a:r>
            <a:endParaRPr lang="en-GB" sz="4000" dirty="0"/>
          </a:p>
        </p:txBody>
      </p:sp>
    </p:spTree>
    <p:extLst>
      <p:ext uri="{BB962C8B-B14F-4D97-AF65-F5344CB8AC3E}">
        <p14:creationId xmlns:p14="http://schemas.microsoft.com/office/powerpoint/2010/main" val="4042176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72589-2F9B-40F3-3772-E6A7AC8E588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B882E51-487D-263E-0AA2-EA5F356A5F11}"/>
              </a:ext>
            </a:extLst>
          </p:cNvPr>
          <p:cNvSpPr txBox="1"/>
          <p:nvPr/>
        </p:nvSpPr>
        <p:spPr>
          <a:xfrm>
            <a:off x="5181599" y="668955"/>
            <a:ext cx="6602412" cy="5575012"/>
          </a:xfrm>
          <a:prstGeom prst="rect">
            <a:avLst/>
          </a:prstGeom>
          <a:noFill/>
        </p:spPr>
        <p:txBody>
          <a:bodyPr wrap="square" rtlCol="0">
            <a:noAutofit/>
          </a:bodyPr>
          <a:lstStyle/>
          <a:p>
            <a:pPr marL="457200" indent="-457200" algn="just">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Personal relationships are paradigmatic for all of morality.  </a:t>
            </a:r>
          </a:p>
          <a:p>
            <a:pPr marL="914400" lvl="1" indent="-457200" algn="just">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E.g. </a:t>
            </a:r>
            <a:r>
              <a:rPr lang="en-GB" sz="3600" dirty="0">
                <a:latin typeface="Times New Roman" panose="02020603050405020304" pitchFamily="18" charset="0"/>
                <a:ea typeface="PMingLiU" panose="02020500000000000000" pitchFamily="18" charset="-120"/>
                <a:cs typeface="Times New Roman" panose="02020603050405020304" pitchFamily="18" charset="0"/>
              </a:rPr>
              <a:t>between parents and their children, siblings, friends, and spouses</a:t>
            </a:r>
          </a:p>
          <a:p>
            <a:pPr marL="914400" lvl="1"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Involve </a:t>
            </a:r>
            <a:r>
              <a:rPr lang="en-GB" sz="3600" i="1" dirty="0">
                <a:latin typeface="Times New Roman" panose="02020603050405020304" pitchFamily="18" charset="0"/>
                <a:ea typeface="PMingLiU" panose="02020500000000000000" pitchFamily="18" charset="-120"/>
                <a:cs typeface="Times New Roman" panose="02020603050405020304" pitchFamily="18" charset="0"/>
              </a:rPr>
              <a:t>care</a:t>
            </a:r>
          </a:p>
          <a:p>
            <a:pPr marL="457200" indent="-457200" algn="just">
              <a:buFont typeface="Arial" panose="020B0604020202020204" pitchFamily="34" charset="0"/>
              <a:buChar char="•"/>
            </a:pPr>
            <a:r>
              <a:rPr lang="en-GB" sz="3600" dirty="0">
                <a:effectLst/>
                <a:latin typeface="Times New Roman" panose="02020603050405020304" pitchFamily="18" charset="0"/>
                <a:ea typeface="PMingLiU" panose="02020500000000000000" pitchFamily="18" charset="-120"/>
              </a:rPr>
              <a:t>Inspired by the psychologist Carol Gilligan’s 1982 book, </a:t>
            </a:r>
            <a:r>
              <a:rPr lang="en-GB" sz="3600" i="1" dirty="0">
                <a:effectLst/>
                <a:latin typeface="Times New Roman" panose="02020603050405020304" pitchFamily="18" charset="0"/>
                <a:ea typeface="PMingLiU" panose="02020500000000000000" pitchFamily="18" charset="-120"/>
              </a:rPr>
              <a:t>In a Different Voice. </a:t>
            </a:r>
            <a:endParaRPr lang="en-US" sz="36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E3B391A-84E8-56FB-374B-F504927FD53B}"/>
              </a:ext>
            </a:extLst>
          </p:cNvPr>
          <p:cNvSpPr>
            <a:spLocks noGrp="1"/>
          </p:cNvSpPr>
          <p:nvPr>
            <p:ph type="sldNum" sz="quarter" idx="12"/>
          </p:nvPr>
        </p:nvSpPr>
        <p:spPr/>
        <p:txBody>
          <a:bodyPr rtlCol="0"/>
          <a:lstStyle/>
          <a:p>
            <a:pPr rtl="0"/>
            <a:fld id="{13D2E340-0663-474B-992C-9192B5C45E57}" type="slidenum">
              <a:rPr lang="en-GB" smtClean="0"/>
              <a:t>19</a:t>
            </a:fld>
            <a:endParaRPr lang="en-GB"/>
          </a:p>
        </p:txBody>
      </p:sp>
      <p:sp>
        <p:nvSpPr>
          <p:cNvPr id="2" name="Title 1">
            <a:extLst>
              <a:ext uri="{FF2B5EF4-FFF2-40B4-BE49-F238E27FC236}">
                <a16:creationId xmlns:a16="http://schemas.microsoft.com/office/drawing/2014/main" id="{AEE991F1-942D-9F12-B970-7EA1C12AE200}"/>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Care Ethics</a:t>
            </a:r>
            <a:endParaRPr lang="en-GB" sz="4400" dirty="0"/>
          </a:p>
        </p:txBody>
      </p:sp>
    </p:spTree>
    <p:extLst>
      <p:ext uri="{BB962C8B-B14F-4D97-AF65-F5344CB8AC3E}">
        <p14:creationId xmlns:p14="http://schemas.microsoft.com/office/powerpoint/2010/main" val="1755375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24719-513F-4BB9-07DB-974BFC83F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5E812-5B2E-3EBF-6CD1-6FC29E78F111}"/>
              </a:ext>
            </a:extLst>
          </p:cNvPr>
          <p:cNvSpPr>
            <a:spLocks noGrp="1"/>
          </p:cNvSpPr>
          <p:nvPr>
            <p:ph type="title"/>
          </p:nvPr>
        </p:nvSpPr>
        <p:spPr>
          <a:xfrm>
            <a:off x="407989" y="559677"/>
            <a:ext cx="4187917" cy="1918479"/>
          </a:xfrm>
        </p:spPr>
        <p:txBody>
          <a:bodyPr rtlCol="0">
            <a:noAutofit/>
          </a:bodyPr>
          <a:lstStyle/>
          <a:p>
            <a:r>
              <a:rPr lang="en-GB" sz="4400" b="1" dirty="0"/>
              <a:t>Care Ethics</a:t>
            </a:r>
            <a:endParaRPr lang="en-GB" sz="4400" dirty="0"/>
          </a:p>
        </p:txBody>
      </p:sp>
      <p:sp>
        <p:nvSpPr>
          <p:cNvPr id="10" name="Slide Number Placeholder 9">
            <a:extLst>
              <a:ext uri="{FF2B5EF4-FFF2-40B4-BE49-F238E27FC236}">
                <a16:creationId xmlns:a16="http://schemas.microsoft.com/office/drawing/2014/main" id="{4368AAD4-CAC2-B65B-CF2D-0AE6E51B5244}"/>
              </a:ext>
            </a:extLst>
          </p:cNvPr>
          <p:cNvSpPr>
            <a:spLocks noGrp="1"/>
          </p:cNvSpPr>
          <p:nvPr>
            <p:ph type="sldNum" sz="quarter" idx="12"/>
          </p:nvPr>
        </p:nvSpPr>
        <p:spPr/>
        <p:txBody>
          <a:bodyPr rtlCol="0"/>
          <a:lstStyle/>
          <a:p>
            <a:pPr rtl="0"/>
            <a:fld id="{13D2E340-0663-474B-992C-9192B5C45E57}" type="slidenum">
              <a:rPr lang="en-GB" smtClean="0"/>
              <a:t>20</a:t>
            </a:fld>
            <a:endParaRPr lang="en-GB" dirty="0"/>
          </a:p>
        </p:txBody>
      </p:sp>
      <p:sp>
        <p:nvSpPr>
          <p:cNvPr id="41" name="TextBox 40">
            <a:extLst>
              <a:ext uri="{FF2B5EF4-FFF2-40B4-BE49-F238E27FC236}">
                <a16:creationId xmlns:a16="http://schemas.microsoft.com/office/drawing/2014/main" id="{BA09B85E-C631-0292-4A98-8F636F22155D}"/>
              </a:ext>
            </a:extLst>
          </p:cNvPr>
          <p:cNvSpPr txBox="1"/>
          <p:nvPr/>
        </p:nvSpPr>
        <p:spPr>
          <a:xfrm>
            <a:off x="5181599" y="559678"/>
            <a:ext cx="6602412" cy="5078614"/>
          </a:xfrm>
          <a:prstGeom prst="rect">
            <a:avLst/>
          </a:prstGeom>
          <a:noFill/>
        </p:spPr>
        <p:txBody>
          <a:bodyPr wrap="square" rtlCol="0">
            <a:noAutofit/>
          </a:bodyPr>
          <a:lstStyle/>
          <a:p>
            <a:pPr algn="just"/>
            <a:r>
              <a:rPr lang="en-US" sz="3600" i="1" dirty="0">
                <a:effectLst/>
                <a:latin typeface="Times New Roman" panose="02020603050405020304" pitchFamily="18" charset="0"/>
                <a:ea typeface="PMingLiU" panose="02020500000000000000" pitchFamily="18" charset="-120"/>
              </a:rPr>
              <a:t>Justice vs Care</a:t>
            </a:r>
          </a:p>
          <a:p>
            <a:pPr marL="742950" indent="-742950" algn="just">
              <a:buFont typeface="+mj-lt"/>
              <a:buAutoNum type="arabicPeriod"/>
            </a:pPr>
            <a:r>
              <a:rPr lang="en-US" sz="3200" dirty="0">
                <a:latin typeface="Times New Roman" panose="02020603050405020304" pitchFamily="18" charset="0"/>
                <a:ea typeface="PMingLiU" panose="02020500000000000000" pitchFamily="18" charset="-120"/>
              </a:rPr>
              <a:t>C</a:t>
            </a:r>
            <a:r>
              <a:rPr lang="en-US" sz="3200" dirty="0">
                <a:effectLst/>
                <a:latin typeface="Times New Roman" panose="02020603050405020304" pitchFamily="18" charset="0"/>
                <a:ea typeface="PMingLiU" panose="02020500000000000000" pitchFamily="18" charset="-120"/>
              </a:rPr>
              <a:t>onception of the self</a:t>
            </a:r>
          </a:p>
          <a:p>
            <a:pPr marL="1200150" lvl="1" indent="-7429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Justice: individuality</a:t>
            </a:r>
          </a:p>
          <a:p>
            <a:pPr marL="1200150" lvl="1" indent="-742950" algn="just">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Care: relatedness</a:t>
            </a:r>
            <a:endParaRPr lang="en-US" sz="3200" dirty="0">
              <a:latin typeface="Times New Roman" panose="02020603050405020304" pitchFamily="18" charset="0"/>
              <a:ea typeface="PMingLiU" panose="02020500000000000000" pitchFamily="18" charset="-120"/>
            </a:endParaRPr>
          </a:p>
          <a:p>
            <a:pPr marL="742950" indent="-742950" algn="just">
              <a:buFont typeface="+mj-lt"/>
              <a:buAutoNum type="arabicPeriod"/>
            </a:pPr>
            <a:r>
              <a:rPr lang="en-US" sz="3200" dirty="0">
                <a:effectLst/>
                <a:latin typeface="Times New Roman" panose="02020603050405020304" pitchFamily="18" charset="0"/>
                <a:ea typeface="PMingLiU" panose="02020500000000000000" pitchFamily="18" charset="-120"/>
              </a:rPr>
              <a:t>Nature of moral problems</a:t>
            </a:r>
            <a:endParaRPr lang="en-US" sz="3200" dirty="0">
              <a:latin typeface="Times New Roman" panose="02020603050405020304" pitchFamily="18" charset="0"/>
              <a:ea typeface="PMingLiU" panose="02020500000000000000" pitchFamily="18" charset="-120"/>
            </a:endParaRPr>
          </a:p>
          <a:p>
            <a:pPr marL="1200150" lvl="1" indent="-742950" algn="just">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Justice</a:t>
            </a:r>
            <a:r>
              <a:rPr lang="en-US" sz="3200" dirty="0">
                <a:latin typeface="Times New Roman" panose="02020603050405020304" pitchFamily="18" charset="0"/>
                <a:ea typeface="PMingLiU" panose="02020500000000000000" pitchFamily="18" charset="-120"/>
              </a:rPr>
              <a:t>: takes </a:t>
            </a:r>
            <a:r>
              <a:rPr lang="en-GB" sz="3200" dirty="0">
                <a:latin typeface="Times New Roman" panose="02020603050405020304" pitchFamily="18" charset="0"/>
                <a:ea typeface="PMingLiU" panose="02020500000000000000" pitchFamily="18" charset="-120"/>
              </a:rPr>
              <a:t>inequality to be the central issue</a:t>
            </a: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Care: takes disconnection and abandonment to be central</a:t>
            </a:r>
          </a:p>
          <a:p>
            <a:pPr marL="742950" indent="-742950" algn="just">
              <a:buFont typeface="+mj-lt"/>
              <a:buAutoNum type="arabicPeriod"/>
            </a:pPr>
            <a:r>
              <a:rPr lang="en-US" sz="3200" dirty="0">
                <a:effectLst/>
                <a:latin typeface="Times New Roman" panose="02020603050405020304" pitchFamily="18" charset="0"/>
                <a:ea typeface="PMingLiU" panose="02020500000000000000" pitchFamily="18" charset="-120"/>
              </a:rPr>
              <a:t>Moral reasoning</a:t>
            </a:r>
          </a:p>
          <a:p>
            <a:pPr marL="1200150" lvl="1" indent="-7429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Justice: impartiality</a:t>
            </a:r>
          </a:p>
          <a:p>
            <a:pPr marL="1200150" lvl="1" indent="-742950" algn="just">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Care: sensitivity</a:t>
            </a:r>
          </a:p>
        </p:txBody>
      </p:sp>
    </p:spTree>
    <p:extLst>
      <p:ext uri="{BB962C8B-B14F-4D97-AF65-F5344CB8AC3E}">
        <p14:creationId xmlns:p14="http://schemas.microsoft.com/office/powerpoint/2010/main" val="2048634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98BE-B794-319F-205D-9AD553B1BA9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B200257-6B5A-C064-D738-D67283D68249}"/>
              </a:ext>
            </a:extLst>
          </p:cNvPr>
          <p:cNvSpPr txBox="1"/>
          <p:nvPr/>
        </p:nvSpPr>
        <p:spPr>
          <a:xfrm>
            <a:off x="5181599" y="655100"/>
            <a:ext cx="6602412" cy="5575012"/>
          </a:xfrm>
          <a:prstGeom prst="rect">
            <a:avLst/>
          </a:prstGeom>
          <a:noFill/>
        </p:spPr>
        <p:txBody>
          <a:bodyPr wrap="square" rtlCol="0">
            <a:noAutofit/>
          </a:bodyPr>
          <a:lstStyle/>
          <a:p>
            <a:pPr algn="just"/>
            <a:r>
              <a:rPr lang="en-US" sz="3600" i="1" dirty="0">
                <a:latin typeface="Times New Roman" panose="02020603050405020304" pitchFamily="18" charset="0"/>
                <a:ea typeface="PMingLiU" panose="02020500000000000000" pitchFamily="18" charset="-120"/>
                <a:cs typeface="Times New Roman" panose="02020603050405020304" pitchFamily="18" charset="0"/>
              </a:rPr>
              <a:t>Two senses of care</a:t>
            </a:r>
          </a:p>
          <a:p>
            <a:pPr marL="571500" indent="-571500" algn="just">
              <a:buFont typeface="Arial" panose="020B0604020202020204" pitchFamily="34" charset="0"/>
              <a:buChar char="•"/>
            </a:pPr>
            <a:r>
              <a:rPr lang="en-GB" sz="3600" i="1" dirty="0">
                <a:latin typeface="Times New Roman" panose="02020603050405020304" pitchFamily="18" charset="0"/>
                <a:ea typeface="PMingLiU" panose="02020500000000000000" pitchFamily="18" charset="-120"/>
                <a:cs typeface="Times New Roman" panose="02020603050405020304" pitchFamily="18" charset="0"/>
              </a:rPr>
              <a:t>Caring about</a:t>
            </a:r>
            <a:r>
              <a:rPr lang="en-GB" sz="3600" dirty="0">
                <a:latin typeface="Times New Roman" panose="02020603050405020304" pitchFamily="18" charset="0"/>
                <a:ea typeface="PMingLiU" panose="02020500000000000000" pitchFamily="18" charset="-120"/>
                <a:cs typeface="Times New Roman" panose="02020603050405020304" pitchFamily="18" charset="0"/>
              </a:rPr>
              <a:t>: To care about something or someone involves “being invested” in that thing or person.</a:t>
            </a:r>
          </a:p>
          <a:p>
            <a:pPr marL="571500" indent="-571500" algn="just">
              <a:buFont typeface="Arial" panose="020B0604020202020204" pitchFamily="34" charset="0"/>
              <a:buChar char="•"/>
            </a:pPr>
            <a:r>
              <a:rPr lang="en-GB" sz="3600" i="1" dirty="0">
                <a:latin typeface="Times New Roman" panose="02020603050405020304" pitchFamily="18" charset="0"/>
                <a:ea typeface="PMingLiU" panose="02020500000000000000" pitchFamily="18" charset="-120"/>
                <a:cs typeface="Times New Roman" panose="02020603050405020304" pitchFamily="18" charset="0"/>
              </a:rPr>
              <a:t>Caring for</a:t>
            </a:r>
            <a:r>
              <a:rPr lang="en-GB" sz="3600" dirty="0">
                <a:latin typeface="Times New Roman" panose="02020603050405020304" pitchFamily="18" charset="0"/>
                <a:ea typeface="PMingLiU" panose="02020500000000000000" pitchFamily="18" charset="-120"/>
                <a:cs typeface="Times New Roman" panose="02020603050405020304" pitchFamily="18" charset="0"/>
              </a:rPr>
              <a:t>: In the context of care ethics, this expression aptly applies to the actions of a person</a:t>
            </a:r>
            <a:endParaRPr lang="en-US" sz="36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8369E58-58A3-E899-5489-A7CA537A56CE}"/>
              </a:ext>
            </a:extLst>
          </p:cNvPr>
          <p:cNvSpPr>
            <a:spLocks noGrp="1"/>
          </p:cNvSpPr>
          <p:nvPr>
            <p:ph type="sldNum" sz="quarter" idx="12"/>
          </p:nvPr>
        </p:nvSpPr>
        <p:spPr/>
        <p:txBody>
          <a:bodyPr rtlCol="0"/>
          <a:lstStyle/>
          <a:p>
            <a:pPr rtl="0"/>
            <a:fld id="{13D2E340-0663-474B-992C-9192B5C45E57}" type="slidenum">
              <a:rPr lang="en-GB" smtClean="0"/>
              <a:t>21</a:t>
            </a:fld>
            <a:endParaRPr lang="en-GB" dirty="0"/>
          </a:p>
        </p:txBody>
      </p:sp>
      <p:sp>
        <p:nvSpPr>
          <p:cNvPr id="2" name="Title 1">
            <a:extLst>
              <a:ext uri="{FF2B5EF4-FFF2-40B4-BE49-F238E27FC236}">
                <a16:creationId xmlns:a16="http://schemas.microsoft.com/office/drawing/2014/main" id="{C175F018-B928-4DB2-780C-C4B23669F106}"/>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Relationships and Care</a:t>
            </a:r>
            <a:endParaRPr lang="en-GB" sz="4000" dirty="0"/>
          </a:p>
        </p:txBody>
      </p:sp>
    </p:spTree>
    <p:extLst>
      <p:ext uri="{BB962C8B-B14F-4D97-AF65-F5344CB8AC3E}">
        <p14:creationId xmlns:p14="http://schemas.microsoft.com/office/powerpoint/2010/main" val="172242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414D-715C-E56A-ACE1-04FCDA24E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6A713-D3E8-7324-7275-B0002F681F63}"/>
              </a:ext>
            </a:extLst>
          </p:cNvPr>
          <p:cNvSpPr>
            <a:spLocks noGrp="1"/>
          </p:cNvSpPr>
          <p:nvPr>
            <p:ph type="title"/>
          </p:nvPr>
        </p:nvSpPr>
        <p:spPr>
          <a:xfrm>
            <a:off x="407989" y="559677"/>
            <a:ext cx="4187917" cy="1918479"/>
          </a:xfrm>
        </p:spPr>
        <p:txBody>
          <a:bodyPr rtlCol="0">
            <a:noAutofit/>
          </a:bodyPr>
          <a:lstStyle/>
          <a:p>
            <a:r>
              <a:rPr lang="en-GB" sz="4000" b="1" dirty="0"/>
              <a:t>Relationships and Care</a:t>
            </a:r>
            <a:endParaRPr lang="en-GB" sz="4000" dirty="0"/>
          </a:p>
        </p:txBody>
      </p:sp>
      <p:sp>
        <p:nvSpPr>
          <p:cNvPr id="10" name="Slide Number Placeholder 9">
            <a:extLst>
              <a:ext uri="{FF2B5EF4-FFF2-40B4-BE49-F238E27FC236}">
                <a16:creationId xmlns:a16="http://schemas.microsoft.com/office/drawing/2014/main" id="{17F62A4A-BFF2-83E9-47C7-B9057F6CCDB4}"/>
              </a:ext>
            </a:extLst>
          </p:cNvPr>
          <p:cNvSpPr>
            <a:spLocks noGrp="1"/>
          </p:cNvSpPr>
          <p:nvPr>
            <p:ph type="sldNum" sz="quarter" idx="12"/>
          </p:nvPr>
        </p:nvSpPr>
        <p:spPr/>
        <p:txBody>
          <a:bodyPr rtlCol="0"/>
          <a:lstStyle/>
          <a:p>
            <a:pPr rtl="0"/>
            <a:fld id="{13D2E340-0663-474B-992C-9192B5C45E57}" type="slidenum">
              <a:rPr lang="en-GB" smtClean="0"/>
              <a:t>22</a:t>
            </a:fld>
            <a:endParaRPr lang="en-GB" dirty="0"/>
          </a:p>
        </p:txBody>
      </p:sp>
      <p:sp>
        <p:nvSpPr>
          <p:cNvPr id="41" name="TextBox 40">
            <a:extLst>
              <a:ext uri="{FF2B5EF4-FFF2-40B4-BE49-F238E27FC236}">
                <a16:creationId xmlns:a16="http://schemas.microsoft.com/office/drawing/2014/main" id="{4BC1FA5A-6028-034D-88BC-672E625D92A8}"/>
              </a:ext>
            </a:extLst>
          </p:cNvPr>
          <p:cNvSpPr txBox="1"/>
          <p:nvPr/>
        </p:nvSpPr>
        <p:spPr>
          <a:xfrm>
            <a:off x="5181599" y="559678"/>
            <a:ext cx="6602412" cy="5841122"/>
          </a:xfrm>
          <a:prstGeom prst="rect">
            <a:avLst/>
          </a:prstGeom>
          <a:noFill/>
        </p:spPr>
        <p:txBody>
          <a:bodyPr wrap="square" rtlCol="0">
            <a:noAutofit/>
          </a:bodyPr>
          <a:lstStyle/>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Not all </a:t>
            </a:r>
            <a:r>
              <a:rPr lang="en-GB" sz="3200" dirty="0">
                <a:latin typeface="Times New Roman" panose="02020603050405020304" pitchFamily="18" charset="0"/>
                <a:ea typeface="PMingLiU" panose="02020500000000000000" pitchFamily="18" charset="-120"/>
              </a:rPr>
              <a:t>forms of relationship and care are equally morally valuable</a:t>
            </a:r>
          </a:p>
          <a:p>
            <a:pPr marL="914400" lvl="1"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Think about forms of care that stifle the development of the person</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N</a:t>
            </a:r>
            <a:r>
              <a:rPr lang="en-GB" sz="3200" dirty="0">
                <a:effectLst/>
                <a:latin typeface="Times New Roman" panose="02020603050405020304" pitchFamily="18" charset="0"/>
                <a:ea typeface="PMingLiU" panose="02020500000000000000" pitchFamily="18" charset="-120"/>
              </a:rPr>
              <a:t>ot necessarily restricted to existing personal relationships</a:t>
            </a:r>
          </a:p>
          <a:p>
            <a:pPr marL="914400" lvl="1"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Advocates argue that one’s responsibilities of care are global and that one ought to extend care to others</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526700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00AA8-BE57-621D-57E0-D2E964E3CB8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1415C95-6DF2-7F59-AE2C-91C7B2111771}"/>
              </a:ext>
            </a:extLst>
          </p:cNvPr>
          <p:cNvSpPr txBox="1"/>
          <p:nvPr/>
        </p:nvSpPr>
        <p:spPr>
          <a:xfrm>
            <a:off x="5181599" y="540327"/>
            <a:ext cx="6602412" cy="5689785"/>
          </a:xfrm>
          <a:prstGeom prst="rect">
            <a:avLst/>
          </a:prstGeom>
          <a:noFill/>
        </p:spPr>
        <p:txBody>
          <a:bodyPr wrap="square" rtlCol="0">
            <a:noAutofit/>
          </a:bodyPr>
          <a:lstStyle/>
          <a:p>
            <a:pPr algn="just"/>
            <a:r>
              <a:rPr lang="en-GB" sz="3200" dirty="0">
                <a:latin typeface="Times New Roman" panose="02020603050405020304" pitchFamily="18" charset="0"/>
                <a:ea typeface="PMingLiU" panose="02020500000000000000" pitchFamily="18" charset="-120"/>
                <a:cs typeface="Times New Roman" panose="02020603050405020304" pitchFamily="18" charset="0"/>
              </a:rPr>
              <a:t>Joan Tront’s five care stages, articulated in her books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Moral Boundaries</a:t>
            </a:r>
            <a:r>
              <a:rPr lang="en-GB" sz="3200" dirty="0">
                <a:latin typeface="Times New Roman" panose="02020603050405020304" pitchFamily="18" charset="0"/>
                <a:ea typeface="PMingLiU" panose="02020500000000000000" pitchFamily="18" charset="-120"/>
                <a:cs typeface="Times New Roman" panose="02020603050405020304" pitchFamily="18" charset="0"/>
              </a:rPr>
              <a:t> (1993) and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Caring Democracy</a:t>
            </a:r>
            <a:r>
              <a:rPr lang="en-GB" sz="3200" dirty="0">
                <a:latin typeface="Times New Roman" panose="02020603050405020304" pitchFamily="18" charset="0"/>
                <a:ea typeface="PMingLiU" panose="02020500000000000000" pitchFamily="18" charset="-120"/>
                <a:cs typeface="Times New Roman" panose="02020603050405020304" pitchFamily="18" charset="0"/>
              </a:rPr>
              <a:t> (2013):</a:t>
            </a:r>
          </a:p>
          <a:p>
            <a:pPr marL="514350" indent="-514350" algn="just">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Attentiveness (Caring About):</a:t>
            </a:r>
          </a:p>
          <a:p>
            <a:pPr marL="971550" lvl="1"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Recognizing that a need exists</a:t>
            </a:r>
          </a:p>
          <a:p>
            <a:pPr marL="971550" lvl="1"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Overcoming moral blindness</a:t>
            </a:r>
          </a:p>
          <a:p>
            <a:pPr marL="514350" indent="-514350" algn="just">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Responsibility (Taking Care Of):</a:t>
            </a:r>
          </a:p>
          <a:p>
            <a:pPr marL="971550" lvl="1"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Moving from “someone should do something” to “I/We must ensure this is done”</a:t>
            </a:r>
          </a:p>
        </p:txBody>
      </p:sp>
      <p:sp>
        <p:nvSpPr>
          <p:cNvPr id="5" name="Slide Number Placeholder 4">
            <a:extLst>
              <a:ext uri="{FF2B5EF4-FFF2-40B4-BE49-F238E27FC236}">
                <a16:creationId xmlns:a16="http://schemas.microsoft.com/office/drawing/2014/main" id="{C4A0F1AB-AEFE-B751-9452-882C92B9FE4A}"/>
              </a:ext>
            </a:extLst>
          </p:cNvPr>
          <p:cNvSpPr>
            <a:spLocks noGrp="1"/>
          </p:cNvSpPr>
          <p:nvPr>
            <p:ph type="sldNum" sz="quarter" idx="12"/>
          </p:nvPr>
        </p:nvSpPr>
        <p:spPr/>
        <p:txBody>
          <a:bodyPr rtlCol="0"/>
          <a:lstStyle/>
          <a:p>
            <a:pPr rtl="0"/>
            <a:fld id="{13D2E340-0663-474B-992C-9192B5C45E57}" type="slidenum">
              <a:rPr lang="en-GB" smtClean="0"/>
              <a:t>23</a:t>
            </a:fld>
            <a:endParaRPr lang="en-GB" dirty="0"/>
          </a:p>
        </p:txBody>
      </p:sp>
      <p:sp>
        <p:nvSpPr>
          <p:cNvPr id="2" name="Title 1">
            <a:extLst>
              <a:ext uri="{FF2B5EF4-FFF2-40B4-BE49-F238E27FC236}">
                <a16:creationId xmlns:a16="http://schemas.microsoft.com/office/drawing/2014/main" id="{93E3809B-CDAE-1D18-CDA3-3F698A2930FB}"/>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Relationships and Care</a:t>
            </a:r>
            <a:endParaRPr lang="en-GB" sz="4000" dirty="0"/>
          </a:p>
        </p:txBody>
      </p:sp>
    </p:spTree>
    <p:extLst>
      <p:ext uri="{BB962C8B-B14F-4D97-AF65-F5344CB8AC3E}">
        <p14:creationId xmlns:p14="http://schemas.microsoft.com/office/powerpoint/2010/main" val="1991936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8A174-2880-6B73-54AD-11C5FE367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DD216-1E01-A39E-5852-C5D66B6B19E3}"/>
              </a:ext>
            </a:extLst>
          </p:cNvPr>
          <p:cNvSpPr>
            <a:spLocks noGrp="1"/>
          </p:cNvSpPr>
          <p:nvPr>
            <p:ph type="title"/>
          </p:nvPr>
        </p:nvSpPr>
        <p:spPr>
          <a:xfrm>
            <a:off x="407989" y="559677"/>
            <a:ext cx="4187917" cy="1892578"/>
          </a:xfrm>
        </p:spPr>
        <p:txBody>
          <a:bodyPr rtlCol="0">
            <a:noAutofit/>
          </a:bodyPr>
          <a:lstStyle/>
          <a:p>
            <a:r>
              <a:rPr lang="en-GB" sz="4400" b="1" dirty="0"/>
              <a:t>Relationships and Care</a:t>
            </a:r>
            <a:endParaRPr lang="en-GB" sz="4400" dirty="0"/>
          </a:p>
        </p:txBody>
      </p:sp>
      <p:sp>
        <p:nvSpPr>
          <p:cNvPr id="10" name="Slide Number Placeholder 9">
            <a:extLst>
              <a:ext uri="{FF2B5EF4-FFF2-40B4-BE49-F238E27FC236}">
                <a16:creationId xmlns:a16="http://schemas.microsoft.com/office/drawing/2014/main" id="{9C156B6D-1AF2-6CDC-2D05-6001E1DE7597}"/>
              </a:ext>
            </a:extLst>
          </p:cNvPr>
          <p:cNvSpPr>
            <a:spLocks noGrp="1"/>
          </p:cNvSpPr>
          <p:nvPr>
            <p:ph type="sldNum" sz="quarter" idx="12"/>
          </p:nvPr>
        </p:nvSpPr>
        <p:spPr/>
        <p:txBody>
          <a:bodyPr rtlCol="0"/>
          <a:lstStyle/>
          <a:p>
            <a:pPr rtl="0"/>
            <a:fld id="{13D2E340-0663-474B-992C-9192B5C45E57}" type="slidenum">
              <a:rPr lang="en-GB" smtClean="0"/>
              <a:t>24</a:t>
            </a:fld>
            <a:endParaRPr lang="en-GB" dirty="0"/>
          </a:p>
        </p:txBody>
      </p:sp>
      <p:sp>
        <p:nvSpPr>
          <p:cNvPr id="41" name="TextBox 40">
            <a:extLst>
              <a:ext uri="{FF2B5EF4-FFF2-40B4-BE49-F238E27FC236}">
                <a16:creationId xmlns:a16="http://schemas.microsoft.com/office/drawing/2014/main" id="{4DDA981B-F1F8-D6CC-6E8A-EDB0FDA8FAE1}"/>
              </a:ext>
            </a:extLst>
          </p:cNvPr>
          <p:cNvSpPr txBox="1"/>
          <p:nvPr/>
        </p:nvSpPr>
        <p:spPr>
          <a:xfrm>
            <a:off x="5181599" y="559678"/>
            <a:ext cx="6602412" cy="5078614"/>
          </a:xfrm>
          <a:prstGeom prst="rect">
            <a:avLst/>
          </a:prstGeom>
          <a:noFill/>
        </p:spPr>
        <p:txBody>
          <a:bodyPr wrap="square" rtlCol="0">
            <a:noAutofit/>
          </a:bodyPr>
          <a:lstStyle/>
          <a:p>
            <a:pPr marL="514350" indent="-514350" algn="just">
              <a:buFont typeface="+mj-lt"/>
              <a:buAutoNum type="arabicPeriod" startAt="3"/>
            </a:pPr>
            <a:r>
              <a:rPr lang="en-GB" sz="3200" dirty="0">
                <a:effectLst/>
                <a:latin typeface="Times New Roman" panose="02020603050405020304" pitchFamily="18" charset="0"/>
                <a:ea typeface="PMingLiU" panose="02020500000000000000" pitchFamily="18" charset="-120"/>
              </a:rPr>
              <a:t>Competence (Care-Giving):</a:t>
            </a:r>
          </a:p>
          <a:p>
            <a:pPr marL="971550" lvl="1" indent="-51435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Ensuring that the care provided actually meets the need</a:t>
            </a:r>
          </a:p>
          <a:p>
            <a:pPr marL="514350" indent="-514350" algn="just">
              <a:buFont typeface="+mj-lt"/>
              <a:buAutoNum type="arabicPeriod" startAt="4"/>
            </a:pPr>
            <a:r>
              <a:rPr lang="en-GB" sz="3200" dirty="0">
                <a:latin typeface="Times New Roman" panose="02020603050405020304" pitchFamily="18" charset="0"/>
                <a:ea typeface="PMingLiU" panose="02020500000000000000" pitchFamily="18" charset="-120"/>
              </a:rPr>
              <a:t>Responsiveness (Care-Receiving):</a:t>
            </a:r>
          </a:p>
          <a:p>
            <a:pPr marL="971550" lvl="1"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Considering the receiver’s perspective and being alert to potential abuses of power</a:t>
            </a:r>
          </a:p>
          <a:p>
            <a:pPr marL="514350" indent="-514350" algn="just">
              <a:buFont typeface="+mj-lt"/>
              <a:buAutoNum type="arabicPeriod" startAt="4"/>
            </a:pPr>
            <a:r>
              <a:rPr lang="en-GB" sz="3200" dirty="0">
                <a:latin typeface="Times New Roman" panose="02020603050405020304" pitchFamily="18" charset="0"/>
                <a:ea typeface="PMingLiU" panose="02020500000000000000" pitchFamily="18" charset="-120"/>
              </a:rPr>
              <a:t>Solidarity (Caring With):  </a:t>
            </a:r>
          </a:p>
          <a:p>
            <a:pPr marL="971550" lvl="1" indent="-51435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Recognizing that care is a collective responsibility of citizenship</a:t>
            </a:r>
          </a:p>
        </p:txBody>
      </p:sp>
    </p:spTree>
    <p:extLst>
      <p:ext uri="{BB962C8B-B14F-4D97-AF65-F5344CB8AC3E}">
        <p14:creationId xmlns:p14="http://schemas.microsoft.com/office/powerpoint/2010/main" val="1205634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96D0D-600A-0112-F7A0-4CF90E6F977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C894652-CDCB-4CD6-B47F-E700A6805800}"/>
              </a:ext>
            </a:extLst>
          </p:cNvPr>
          <p:cNvSpPr txBox="1"/>
          <p:nvPr/>
        </p:nvSpPr>
        <p:spPr>
          <a:xfrm>
            <a:off x="5181599" y="655100"/>
            <a:ext cx="6602412" cy="5575012"/>
          </a:xfrm>
          <a:prstGeom prst="rect">
            <a:avLst/>
          </a:prstGeom>
          <a:noFill/>
        </p:spPr>
        <p:txBody>
          <a:bodyPr wrap="square" rtlCol="0">
            <a:noAutofit/>
          </a:bodyPr>
          <a:lstStyle/>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CE not a complete moral theory. Stephanie Collins: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“[C]are ethics is not a theory of the whole of morality. Morality includes duties that arise out of harming others, out of receiving benefits, out of making promises and contracts, and so on. It also includes duties not to interfere with others. These are all important duties—but they are not duties of care ethics” (2020, 98).</a:t>
            </a:r>
          </a:p>
        </p:txBody>
      </p:sp>
      <p:sp>
        <p:nvSpPr>
          <p:cNvPr id="5" name="Slide Number Placeholder 4">
            <a:extLst>
              <a:ext uri="{FF2B5EF4-FFF2-40B4-BE49-F238E27FC236}">
                <a16:creationId xmlns:a16="http://schemas.microsoft.com/office/drawing/2014/main" id="{66148F84-2FF2-CCEA-DAEC-AF2EB71019EF}"/>
              </a:ext>
            </a:extLst>
          </p:cNvPr>
          <p:cNvSpPr>
            <a:spLocks noGrp="1"/>
          </p:cNvSpPr>
          <p:nvPr>
            <p:ph type="sldNum" sz="quarter" idx="12"/>
          </p:nvPr>
        </p:nvSpPr>
        <p:spPr/>
        <p:txBody>
          <a:bodyPr rtlCol="0"/>
          <a:lstStyle/>
          <a:p>
            <a:pPr rtl="0"/>
            <a:fld id="{13D2E340-0663-474B-992C-9192B5C45E57}" type="slidenum">
              <a:rPr lang="en-GB" smtClean="0"/>
              <a:t>25</a:t>
            </a:fld>
            <a:endParaRPr lang="en-GB" dirty="0"/>
          </a:p>
        </p:txBody>
      </p:sp>
      <p:sp>
        <p:nvSpPr>
          <p:cNvPr id="2" name="Title 1">
            <a:extLst>
              <a:ext uri="{FF2B5EF4-FFF2-40B4-BE49-F238E27FC236}">
                <a16:creationId xmlns:a16="http://schemas.microsoft.com/office/drawing/2014/main" id="{1D446761-010A-D7FF-0050-18DF2BD68B28}"/>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Care Ethics and Moral Theory</a:t>
            </a:r>
            <a:endParaRPr lang="en-GB" sz="4000" dirty="0"/>
          </a:p>
        </p:txBody>
      </p:sp>
    </p:spTree>
    <p:extLst>
      <p:ext uri="{BB962C8B-B14F-4D97-AF65-F5344CB8AC3E}">
        <p14:creationId xmlns:p14="http://schemas.microsoft.com/office/powerpoint/2010/main" val="2159137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AF69-EF92-A989-D249-BD0ADAFA3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F2C35-2C37-52D2-03E5-97E16894F68A}"/>
              </a:ext>
            </a:extLst>
          </p:cNvPr>
          <p:cNvSpPr>
            <a:spLocks noGrp="1"/>
          </p:cNvSpPr>
          <p:nvPr>
            <p:ph type="title"/>
          </p:nvPr>
        </p:nvSpPr>
        <p:spPr>
          <a:xfrm>
            <a:off x="407989" y="559677"/>
            <a:ext cx="4187917" cy="1706445"/>
          </a:xfrm>
        </p:spPr>
        <p:txBody>
          <a:bodyPr rtlCol="0">
            <a:noAutofit/>
          </a:bodyPr>
          <a:lstStyle/>
          <a:p>
            <a:r>
              <a:rPr lang="en-GB" sz="4000" b="1" dirty="0"/>
              <a:t>Care Ethics and Moral Theory</a:t>
            </a:r>
            <a:endParaRPr lang="en-GB" sz="4000" dirty="0"/>
          </a:p>
        </p:txBody>
      </p:sp>
      <p:sp>
        <p:nvSpPr>
          <p:cNvPr id="10" name="Slide Number Placeholder 9">
            <a:extLst>
              <a:ext uri="{FF2B5EF4-FFF2-40B4-BE49-F238E27FC236}">
                <a16:creationId xmlns:a16="http://schemas.microsoft.com/office/drawing/2014/main" id="{95A66023-CED3-7CCB-6816-AA7915488567}"/>
              </a:ext>
            </a:extLst>
          </p:cNvPr>
          <p:cNvSpPr>
            <a:spLocks noGrp="1"/>
          </p:cNvSpPr>
          <p:nvPr>
            <p:ph type="sldNum" sz="quarter" idx="12"/>
          </p:nvPr>
        </p:nvSpPr>
        <p:spPr/>
        <p:txBody>
          <a:bodyPr rtlCol="0"/>
          <a:lstStyle/>
          <a:p>
            <a:pPr rtl="0"/>
            <a:fld id="{13D2E340-0663-474B-992C-9192B5C45E57}" type="slidenum">
              <a:rPr lang="en-GB" smtClean="0"/>
              <a:t>26</a:t>
            </a:fld>
            <a:endParaRPr lang="en-GB" dirty="0"/>
          </a:p>
        </p:txBody>
      </p:sp>
      <p:sp>
        <p:nvSpPr>
          <p:cNvPr id="41" name="TextBox 40">
            <a:extLst>
              <a:ext uri="{FF2B5EF4-FFF2-40B4-BE49-F238E27FC236}">
                <a16:creationId xmlns:a16="http://schemas.microsoft.com/office/drawing/2014/main" id="{7C8E0873-D925-7E66-BDEC-D55B614BCD7B}"/>
              </a:ext>
            </a:extLst>
          </p:cNvPr>
          <p:cNvSpPr txBox="1"/>
          <p:nvPr/>
        </p:nvSpPr>
        <p:spPr>
          <a:xfrm>
            <a:off x="5181599" y="559678"/>
            <a:ext cx="6602412" cy="5078614"/>
          </a:xfrm>
          <a:prstGeom prst="rect">
            <a:avLst/>
          </a:prstGeom>
          <a:noFill/>
        </p:spPr>
        <p:txBody>
          <a:bodyPr wrap="square" rtlCol="0">
            <a:noAutofit/>
          </a:bodyPr>
          <a:lstStyle/>
          <a:p>
            <a:pPr algn="just"/>
            <a:r>
              <a:rPr lang="en-US" sz="3200" i="1" dirty="0">
                <a:effectLst/>
                <a:latin typeface="Times New Roman" panose="02020603050405020304" pitchFamily="18" charset="0"/>
                <a:ea typeface="PMingLiU" panose="02020500000000000000" pitchFamily="18" charset="-120"/>
              </a:rPr>
              <a:t>Two care </a:t>
            </a:r>
            <a:r>
              <a:rPr lang="en-US" sz="3200" i="1" dirty="0">
                <a:latin typeface="Times New Roman" panose="02020603050405020304" pitchFamily="18" charset="0"/>
                <a:ea typeface="PMingLiU" panose="02020500000000000000" pitchFamily="18" charset="-120"/>
              </a:rPr>
              <a:t>ethics </a:t>
            </a:r>
            <a:r>
              <a:rPr lang="en-US" sz="3200" i="1" dirty="0">
                <a:effectLst/>
                <a:latin typeface="Times New Roman" panose="02020603050405020304" pitchFamily="18" charset="0"/>
                <a:ea typeface="PMingLiU" panose="02020500000000000000" pitchFamily="18" charset="-120"/>
              </a:rPr>
              <a:t>principles:</a:t>
            </a:r>
          </a:p>
          <a:p>
            <a:pPr marL="742950" indent="-742950" algn="just">
              <a:buFont typeface="+mj-lt"/>
              <a:buAutoNum type="arabicPeriod"/>
            </a:pPr>
            <a:r>
              <a:rPr lang="en-GB" sz="3200" i="1" dirty="0">
                <a:effectLst/>
                <a:latin typeface="Times New Roman" panose="02020603050405020304" pitchFamily="18" charset="0"/>
                <a:ea typeface="PMingLiU" panose="02020500000000000000" pitchFamily="18" charset="-120"/>
              </a:rPr>
              <a:t>Dependency principle</a:t>
            </a:r>
            <a:r>
              <a:rPr lang="en-GB" sz="3200" dirty="0">
                <a:effectLst/>
                <a:latin typeface="Times New Roman" panose="02020603050405020304" pitchFamily="18" charset="0"/>
                <a:ea typeface="PMingLiU" panose="02020500000000000000" pitchFamily="18" charset="-120"/>
              </a:rPr>
              <a:t>. When an important interest is unfulfilled and you’re capable of fulfilling that interest, and fulfilling the interest will not be too costly, then you have a responsibility to </a:t>
            </a:r>
            <a:r>
              <a:rPr lang="en-GB" sz="3200" dirty="0" err="1">
                <a:effectLst/>
                <a:latin typeface="Times New Roman" panose="02020603050405020304" pitchFamily="18" charset="0"/>
                <a:ea typeface="PMingLiU" panose="02020500000000000000" pitchFamily="18" charset="-120"/>
              </a:rPr>
              <a:t>fulfill</a:t>
            </a:r>
            <a:r>
              <a:rPr lang="en-GB" sz="3200" dirty="0">
                <a:effectLst/>
                <a:latin typeface="Times New Roman" panose="02020603050405020304" pitchFamily="18" charset="0"/>
                <a:ea typeface="PMingLiU" panose="02020500000000000000" pitchFamily="18" charset="-120"/>
              </a:rPr>
              <a:t> the interest. (Collins 2015, chapter 6)</a:t>
            </a:r>
          </a:p>
          <a:p>
            <a:pPr marL="742950" indent="-74295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“Important interest” includes material as well as non-material needs. </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962417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D2D48-EFBA-2124-50AE-A86E60E3317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3BA9828-F878-B26A-D8F3-AF3721D4F73E}"/>
              </a:ext>
            </a:extLst>
          </p:cNvPr>
          <p:cNvSpPr txBox="1"/>
          <p:nvPr/>
        </p:nvSpPr>
        <p:spPr>
          <a:xfrm>
            <a:off x="5181599" y="655100"/>
            <a:ext cx="6602412" cy="5575012"/>
          </a:xfrm>
          <a:prstGeom prst="rect">
            <a:avLst/>
          </a:prstGeom>
          <a:noFill/>
        </p:spPr>
        <p:txBody>
          <a:bodyPr wrap="square" rtlCol="0">
            <a:noAutofit/>
          </a:bodyPr>
          <a:lstStyle/>
          <a:p>
            <a:pPr algn="just"/>
            <a:r>
              <a:rPr lang="en-US" sz="3200" i="1" dirty="0">
                <a:latin typeface="Times New Roman" panose="02020603050405020304" pitchFamily="18" charset="0"/>
                <a:ea typeface="PMingLiU" panose="02020500000000000000" pitchFamily="18" charset="-120"/>
              </a:rPr>
              <a:t>Two care ethics principles:</a:t>
            </a:r>
          </a:p>
          <a:p>
            <a:pPr marL="742950" indent="-742950" algn="just">
              <a:buFont typeface="+mj-lt"/>
              <a:buAutoNum type="arabicPeriod" startAt="2"/>
            </a:pPr>
            <a:r>
              <a:rPr lang="en-GB" sz="3200" i="1" dirty="0">
                <a:latin typeface="Times New Roman" panose="02020603050405020304" pitchFamily="18" charset="0"/>
                <a:ea typeface="PMingLiU" panose="02020500000000000000" pitchFamily="18" charset="-120"/>
              </a:rPr>
              <a:t>Principle of subsidiary</a:t>
            </a:r>
            <a:r>
              <a:rPr lang="en-GB" sz="3200" dirty="0">
                <a:latin typeface="Times New Roman" panose="02020603050405020304" pitchFamily="18" charset="0"/>
                <a:ea typeface="PMingLiU" panose="02020500000000000000" pitchFamily="18" charset="-120"/>
              </a:rPr>
              <a:t>. We should shift the actual delivery of care whenever possible to the most local and personal levels. We should care for others whenever possible by enabling them to care for themselves. (</a:t>
            </a:r>
            <a:r>
              <a:rPr lang="en-GB" sz="3200" dirty="0" err="1">
                <a:latin typeface="Times New Roman" panose="02020603050405020304" pitchFamily="18" charset="0"/>
                <a:ea typeface="PMingLiU" panose="02020500000000000000" pitchFamily="18" charset="-120"/>
              </a:rPr>
              <a:t>Engster</a:t>
            </a:r>
            <a:r>
              <a:rPr lang="en-GB" sz="3200" dirty="0">
                <a:latin typeface="Times New Roman" panose="02020603050405020304" pitchFamily="18" charset="0"/>
                <a:ea typeface="PMingLiU" panose="02020500000000000000" pitchFamily="18" charset="-120"/>
              </a:rPr>
              <a:t> 2007, 58)</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The application of these principles must be guided by emotional attunement.</a:t>
            </a:r>
          </a:p>
          <a:p>
            <a:pPr marL="742950" indent="-742950" algn="just">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0C9D964F-D5CF-FF99-8AF0-D934BB97BD71}"/>
              </a:ext>
            </a:extLst>
          </p:cNvPr>
          <p:cNvSpPr>
            <a:spLocks noGrp="1"/>
          </p:cNvSpPr>
          <p:nvPr>
            <p:ph type="sldNum" sz="quarter" idx="12"/>
          </p:nvPr>
        </p:nvSpPr>
        <p:spPr/>
        <p:txBody>
          <a:bodyPr rtlCol="0"/>
          <a:lstStyle/>
          <a:p>
            <a:pPr rtl="0"/>
            <a:fld id="{13D2E340-0663-474B-992C-9192B5C45E57}" type="slidenum">
              <a:rPr lang="en-GB" smtClean="0"/>
              <a:t>27</a:t>
            </a:fld>
            <a:endParaRPr lang="en-GB" dirty="0"/>
          </a:p>
        </p:txBody>
      </p:sp>
      <p:sp>
        <p:nvSpPr>
          <p:cNvPr id="2" name="Title 1">
            <a:extLst>
              <a:ext uri="{FF2B5EF4-FFF2-40B4-BE49-F238E27FC236}">
                <a16:creationId xmlns:a16="http://schemas.microsoft.com/office/drawing/2014/main" id="{628CA3E6-9E87-3AE4-918C-342471597B2D}"/>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Care Ethics and Moral Theory</a:t>
            </a:r>
            <a:endParaRPr lang="en-GB" sz="4000" dirty="0"/>
          </a:p>
        </p:txBody>
      </p:sp>
    </p:spTree>
    <p:extLst>
      <p:ext uri="{BB962C8B-B14F-4D97-AF65-F5344CB8AC3E}">
        <p14:creationId xmlns:p14="http://schemas.microsoft.com/office/powerpoint/2010/main" val="2020057975"/>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5_TF45175639_Win32" id="{DA3BC7EA-B985-431E-917E-E4426AC6D1A1}" vid="{18535A56-0AAF-4A35-94B1-169306243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Biography presentation</Template>
  <TotalTime>6940</TotalTime>
  <Words>1679</Words>
  <Application>Microsoft Office PowerPoint</Application>
  <PresentationFormat>Widescreen</PresentationFormat>
  <Paragraphs>182</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Times New Roman, serif</vt:lpstr>
      <vt:lpstr>Arial</vt:lpstr>
      <vt:lpstr>Calibri</vt:lpstr>
      <vt:lpstr>Century Schoolbook</vt:lpstr>
      <vt:lpstr>Corbel</vt:lpstr>
      <vt:lpstr>Times New Roman</vt:lpstr>
      <vt:lpstr>Headlines</vt:lpstr>
      <vt:lpstr>HUMA2921 Ethical Theories and Contemporary Issues</vt:lpstr>
      <vt:lpstr>Virtue Ethics</vt:lpstr>
      <vt:lpstr>What is virtue? </vt:lpstr>
      <vt:lpstr>What is virtue? </vt:lpstr>
      <vt:lpstr>What is virtue? </vt:lpstr>
      <vt:lpstr>Aristotle on Virtue and the Good Life</vt:lpstr>
      <vt:lpstr>The Function Argument</vt:lpstr>
      <vt:lpstr>Eudaimonia</vt:lpstr>
      <vt:lpstr>Eudaimonia</vt:lpstr>
      <vt:lpstr>Doctrine of the Mean</vt:lpstr>
      <vt:lpstr>Doctrine of the Mean</vt:lpstr>
      <vt:lpstr>Phronesis</vt:lpstr>
      <vt:lpstr>Unity of Virtues</vt:lpstr>
      <vt:lpstr>Virtue Ethics</vt:lpstr>
      <vt:lpstr>Virtue Ethics</vt:lpstr>
      <vt:lpstr>PowerPoint Presentation</vt:lpstr>
      <vt:lpstr>Evaluation</vt:lpstr>
      <vt:lpstr>PowerPoint Presentation</vt:lpstr>
      <vt:lpstr>PowerPoint Presentation</vt:lpstr>
      <vt:lpstr>Care Ethics</vt:lpstr>
      <vt:lpstr>PowerPoint Presentation</vt:lpstr>
      <vt:lpstr>Relationships and Care</vt:lpstr>
      <vt:lpstr>PowerPoint Presentation</vt:lpstr>
      <vt:lpstr>Relationships and Care</vt:lpstr>
      <vt:lpstr>PowerPoint Presentation</vt:lpstr>
      <vt:lpstr>Care Ethics and Moral Theory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Leibnizian Legacy in Fichte’s Grundlage der gesamten Wissenschaftslehre</dc:title>
  <dc:creator>Plato Tse</dc:creator>
  <cp:lastModifiedBy>Plato Tse</cp:lastModifiedBy>
  <cp:revision>48</cp:revision>
  <dcterms:created xsi:type="dcterms:W3CDTF">2024-11-29T15:39:14Z</dcterms:created>
  <dcterms:modified xsi:type="dcterms:W3CDTF">2026-04-28T03:56:32Z</dcterms:modified>
</cp:coreProperties>
</file>